
<file path=[Content_Types].xml><?xml version="1.0" encoding="utf-8"?>
<Types xmlns="http://schemas.openxmlformats.org/package/2006/content-types">
  <Default Extension="bin" ContentType="image/png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3" r:id="rId28"/>
  </p:sldMasterIdLst>
  <p:notesMasterIdLst>
    <p:notesMasterId r:id="rId47"/>
  </p:notesMasterIdLst>
  <p:handoutMasterIdLst>
    <p:handoutMasterId r:id="rId48"/>
  </p:handoutMasterIdLst>
  <p:sldIdLst>
    <p:sldId id="2075" r:id="rId29"/>
    <p:sldId id="2061" r:id="rId30"/>
    <p:sldId id="2062" r:id="rId31"/>
    <p:sldId id="2076" r:id="rId32"/>
    <p:sldId id="2064" r:id="rId33"/>
    <p:sldId id="2077" r:id="rId34"/>
    <p:sldId id="2065" r:id="rId35"/>
    <p:sldId id="2074" r:id="rId36"/>
    <p:sldId id="2066" r:id="rId37"/>
    <p:sldId id="2063" r:id="rId38"/>
    <p:sldId id="2067" r:id="rId39"/>
    <p:sldId id="2068" r:id="rId40"/>
    <p:sldId id="2069" r:id="rId41"/>
    <p:sldId id="2078" r:id="rId42"/>
    <p:sldId id="2080" r:id="rId43"/>
    <p:sldId id="2079" r:id="rId44"/>
    <p:sldId id="2081" r:id="rId45"/>
    <p:sldId id="2082" r:id="rId46"/>
  </p:sldIdLst>
  <p:sldSz cx="12195175" cy="6858000"/>
  <p:notesSz cx="6858000" cy="9144000"/>
  <p:embeddedFontLst>
    <p:embeddedFont>
      <p:font typeface="72" panose="020B0503030000000003" pitchFamily="34" charset="0"/>
      <p:regular r:id="rId49"/>
      <p:bold r:id="rId50"/>
      <p:italic r:id="rId51"/>
      <p:boldItalic r:id="rId52"/>
    </p:embeddedFont>
    <p:embeddedFont>
      <p:font typeface="72 Brand" panose="020B0504030603020204" pitchFamily="34" charset="0"/>
      <p:regular r:id="rId53"/>
      <p:bold r:id="rId54"/>
      <p:italic r:id="rId55"/>
      <p:boldItalic r:id="rId56"/>
    </p:embeddedFont>
    <p:embeddedFont>
      <p:font typeface="72 Brand Medium" panose="020B0604030603020204" pitchFamily="34" charset="0"/>
      <p:regular r:id="rId57"/>
      <p:italic r:id="rId58"/>
    </p:embeddedFont>
    <p:embeddedFont>
      <p:font typeface="Roboto" panose="02000000000000000000" pitchFamily="2" charset="0"/>
      <p:regular r:id="rId59"/>
      <p:bold r:id="rId60"/>
      <p:italic r:id="rId61"/>
      <p:boldItalic r:id="rId62"/>
    </p:embeddedFont>
  </p:embeddedFontLst>
  <p:custDataLst>
    <p:tags r:id="rId63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1" userDrawn="1">
          <p15:clr>
            <a:srgbClr val="A4A3A4"/>
          </p15:clr>
        </p15:guide>
        <p15:guide id="2" orient="horz" pos="33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9CA2EE-8991-4CAA-8144-6FB95FC7B5CC}" v="10" dt="2026-10-13T12:07:46.010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3" autoAdjust="0"/>
    <p:restoredTop sz="96327" autoAdjust="0"/>
  </p:normalViewPr>
  <p:slideViewPr>
    <p:cSldViewPr snapToGrid="0" showGuides="1">
      <p:cViewPr>
        <p:scale>
          <a:sx n="150" d="100"/>
          <a:sy n="150" d="100"/>
        </p:scale>
        <p:origin x="2862" y="240"/>
      </p:cViewPr>
      <p:guideLst>
        <p:guide pos="3841"/>
        <p:guide orient="horz" pos="33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2" d="100"/>
          <a:sy n="92" d="100"/>
        </p:scale>
        <p:origin x="4008" y="16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customXml" Target="../customXml/item26.xml"/><Relationship Id="rId21" Type="http://schemas.openxmlformats.org/officeDocument/2006/relationships/customXml" Target="../customXml/item21.xml"/><Relationship Id="rId42" Type="http://schemas.openxmlformats.org/officeDocument/2006/relationships/slide" Target="slides/slide14.xml"/><Relationship Id="rId47" Type="http://schemas.openxmlformats.org/officeDocument/2006/relationships/notesMaster" Target="notesMasters/notesMaster1.xml"/><Relationship Id="rId63" Type="http://schemas.openxmlformats.org/officeDocument/2006/relationships/tags" Target="tags/tag1.xml"/><Relationship Id="rId68" Type="http://schemas.microsoft.com/office/2016/11/relationships/changesInfo" Target="changesInfos/changesInfo1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9" Type="http://schemas.openxmlformats.org/officeDocument/2006/relationships/slide" Target="slides/slide1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4.xml"/><Relationship Id="rId37" Type="http://schemas.openxmlformats.org/officeDocument/2006/relationships/slide" Target="slides/slide9.xml"/><Relationship Id="rId40" Type="http://schemas.openxmlformats.org/officeDocument/2006/relationships/slide" Target="slides/slide12.xml"/><Relationship Id="rId45" Type="http://schemas.openxmlformats.org/officeDocument/2006/relationships/slide" Target="slides/slide17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66" Type="http://schemas.openxmlformats.org/officeDocument/2006/relationships/theme" Target="theme/theme1.xml"/><Relationship Id="rId5" Type="http://schemas.openxmlformats.org/officeDocument/2006/relationships/customXml" Target="../customXml/item5.xml"/><Relationship Id="rId61" Type="http://schemas.openxmlformats.org/officeDocument/2006/relationships/font" Target="fonts/font13.fntdata"/><Relationship Id="rId19" Type="http://schemas.openxmlformats.org/officeDocument/2006/relationships/customXml" Target="../customXml/item1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30" Type="http://schemas.openxmlformats.org/officeDocument/2006/relationships/slide" Target="slides/slide2.xml"/><Relationship Id="rId35" Type="http://schemas.openxmlformats.org/officeDocument/2006/relationships/slide" Target="slides/slide7.xml"/><Relationship Id="rId43" Type="http://schemas.openxmlformats.org/officeDocument/2006/relationships/slide" Target="slides/slide15.xml"/><Relationship Id="rId48" Type="http://schemas.openxmlformats.org/officeDocument/2006/relationships/handoutMaster" Target="handoutMasters/handoutMaster1.xml"/><Relationship Id="rId56" Type="http://schemas.openxmlformats.org/officeDocument/2006/relationships/font" Target="fonts/font8.fntdata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customXml" Target="../customXml/item8.xml"/><Relationship Id="rId51" Type="http://schemas.openxmlformats.org/officeDocument/2006/relationships/font" Target="fonts/font3.fntdata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slide" Target="slides/slide5.xml"/><Relationship Id="rId38" Type="http://schemas.openxmlformats.org/officeDocument/2006/relationships/slide" Target="slides/slide10.xml"/><Relationship Id="rId46" Type="http://schemas.openxmlformats.org/officeDocument/2006/relationships/slide" Target="slides/slide18.xml"/><Relationship Id="rId59" Type="http://schemas.openxmlformats.org/officeDocument/2006/relationships/font" Target="fonts/font11.fntdata"/><Relationship Id="rId67" Type="http://schemas.openxmlformats.org/officeDocument/2006/relationships/tableStyles" Target="tableStyles.xml"/><Relationship Id="rId20" Type="http://schemas.openxmlformats.org/officeDocument/2006/relationships/customXml" Target="../customXml/item20.xml"/><Relationship Id="rId41" Type="http://schemas.openxmlformats.org/officeDocument/2006/relationships/slide" Target="slides/slide13.xml"/><Relationship Id="rId54" Type="http://schemas.openxmlformats.org/officeDocument/2006/relationships/font" Target="fonts/font6.fntdata"/><Relationship Id="rId62" Type="http://schemas.openxmlformats.org/officeDocument/2006/relationships/font" Target="fonts/font14.fntdata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Master" Target="slideMasters/slideMaster1.xml"/><Relationship Id="rId36" Type="http://schemas.openxmlformats.org/officeDocument/2006/relationships/slide" Target="slides/slide8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customXml" Target="../customXml/item10.xml"/><Relationship Id="rId31" Type="http://schemas.openxmlformats.org/officeDocument/2006/relationships/slide" Target="slides/slide3.xml"/><Relationship Id="rId44" Type="http://schemas.openxmlformats.org/officeDocument/2006/relationships/slide" Target="slides/slide16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65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39" Type="http://schemas.openxmlformats.org/officeDocument/2006/relationships/slide" Target="slides/slide11.xml"/><Relationship Id="rId34" Type="http://schemas.openxmlformats.org/officeDocument/2006/relationships/slide" Target="slides/slide6.xml"/><Relationship Id="rId50" Type="http://schemas.openxmlformats.org/officeDocument/2006/relationships/font" Target="fonts/font2.fntdata"/><Relationship Id="rId55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ler, Tobias" userId="d2b43cf6-11ff-459a-be5f-fcd6f7a294fe" providerId="ADAL" clId="{4EDFD69D-4CBA-4286-8687-EF036A3BCF51}"/>
    <pc:docChg chg="undo custSel addSld modSld sldOrd">
      <pc:chgData name="Keller, Tobias" userId="d2b43cf6-11ff-459a-be5f-fcd6f7a294fe" providerId="ADAL" clId="{4EDFD69D-4CBA-4286-8687-EF036A3BCF51}" dt="2026-10-13T12:08:07.381" v="395" actId="1076"/>
      <pc:docMkLst>
        <pc:docMk/>
      </pc:docMkLst>
      <pc:sldChg chg="modSp mod">
        <pc:chgData name="Keller, Tobias" userId="d2b43cf6-11ff-459a-be5f-fcd6f7a294fe" providerId="ADAL" clId="{4EDFD69D-4CBA-4286-8687-EF036A3BCF51}" dt="2026-10-12T15:44:59.519" v="19" actId="20577"/>
        <pc:sldMkLst>
          <pc:docMk/>
          <pc:sldMk cId="3361468751" sldId="2061"/>
        </pc:sldMkLst>
        <pc:spChg chg="mod">
          <ac:chgData name="Keller, Tobias" userId="d2b43cf6-11ff-459a-be5f-fcd6f7a294fe" providerId="ADAL" clId="{4EDFD69D-4CBA-4286-8687-EF036A3BCF51}" dt="2026-10-12T15:44:53.080" v="8" actId="20577"/>
          <ac:spMkLst>
            <pc:docMk/>
            <pc:sldMk cId="3361468751" sldId="2061"/>
            <ac:spMk id="6" creationId="{6FD9316B-BD3F-3448-396A-5E0DD479FB77}"/>
          </ac:spMkLst>
        </pc:spChg>
        <pc:spChg chg="mod">
          <ac:chgData name="Keller, Tobias" userId="d2b43cf6-11ff-459a-be5f-fcd6f7a294fe" providerId="ADAL" clId="{4EDFD69D-4CBA-4286-8687-EF036A3BCF51}" dt="2026-10-12T15:44:59.519" v="19" actId="20577"/>
          <ac:spMkLst>
            <pc:docMk/>
            <pc:sldMk cId="3361468751" sldId="2061"/>
            <ac:spMk id="7" creationId="{0FC9D2CA-8484-CFE7-F852-A53A8A409B56}"/>
          </ac:spMkLst>
        </pc:spChg>
      </pc:sldChg>
      <pc:sldChg chg="ord">
        <pc:chgData name="Keller, Tobias" userId="d2b43cf6-11ff-459a-be5f-fcd6f7a294fe" providerId="ADAL" clId="{4EDFD69D-4CBA-4286-8687-EF036A3BCF51}" dt="2026-10-13T08:27:55.874" v="109"/>
        <pc:sldMkLst>
          <pc:docMk/>
          <pc:sldMk cId="3029105443" sldId="2069"/>
        </pc:sldMkLst>
      </pc:sldChg>
      <pc:sldChg chg="addSp modSp new mod">
        <pc:chgData name="Keller, Tobias" userId="d2b43cf6-11ff-459a-be5f-fcd6f7a294fe" providerId="ADAL" clId="{4EDFD69D-4CBA-4286-8687-EF036A3BCF51}" dt="2026-10-12T15:51:59.893" v="24" actId="22"/>
        <pc:sldMkLst>
          <pc:docMk/>
          <pc:sldMk cId="3227946930" sldId="2077"/>
        </pc:sldMkLst>
        <pc:spChg chg="add">
          <ac:chgData name="Keller, Tobias" userId="d2b43cf6-11ff-459a-be5f-fcd6f7a294fe" providerId="ADAL" clId="{4EDFD69D-4CBA-4286-8687-EF036A3BCF51}" dt="2026-10-12T15:51:59.893" v="24" actId="22"/>
          <ac:spMkLst>
            <pc:docMk/>
            <pc:sldMk cId="3227946930" sldId="2077"/>
            <ac:spMk id="6" creationId="{0F737DA6-0232-A8E4-3E73-254C174F9BFB}"/>
          </ac:spMkLst>
        </pc:spChg>
        <pc:picChg chg="add mod">
          <ac:chgData name="Keller, Tobias" userId="d2b43cf6-11ff-459a-be5f-fcd6f7a294fe" providerId="ADAL" clId="{4EDFD69D-4CBA-4286-8687-EF036A3BCF51}" dt="2026-10-12T15:51:53.685" v="23" actId="1076"/>
          <ac:picMkLst>
            <pc:docMk/>
            <pc:sldMk cId="3227946930" sldId="2077"/>
            <ac:picMk id="4" creationId="{39F0658C-1507-BBCB-6A9A-6022405097DC}"/>
          </ac:picMkLst>
        </pc:picChg>
      </pc:sldChg>
      <pc:sldChg chg="new">
        <pc:chgData name="Keller, Tobias" userId="d2b43cf6-11ff-459a-be5f-fcd6f7a294fe" providerId="ADAL" clId="{4EDFD69D-4CBA-4286-8687-EF036A3BCF51}" dt="2026-10-13T08:25:51.914" v="25" actId="680"/>
        <pc:sldMkLst>
          <pc:docMk/>
          <pc:sldMk cId="2887145205" sldId="2078"/>
        </pc:sldMkLst>
      </pc:sldChg>
      <pc:sldChg chg="addSp delSp modSp new mod">
        <pc:chgData name="Keller, Tobias" userId="d2b43cf6-11ff-459a-be5f-fcd6f7a294fe" providerId="ADAL" clId="{4EDFD69D-4CBA-4286-8687-EF036A3BCF51}" dt="2026-10-13T12:08:07.381" v="395" actId="1076"/>
        <pc:sldMkLst>
          <pc:docMk/>
          <pc:sldMk cId="4162253168" sldId="2079"/>
        </pc:sldMkLst>
        <pc:spChg chg="mod">
          <ac:chgData name="Keller, Tobias" userId="d2b43cf6-11ff-459a-be5f-fcd6f7a294fe" providerId="ADAL" clId="{4EDFD69D-4CBA-4286-8687-EF036A3BCF51}" dt="2026-10-13T08:35:14.882" v="192" actId="6549"/>
          <ac:spMkLst>
            <pc:docMk/>
            <pc:sldMk cId="4162253168" sldId="2079"/>
            <ac:spMk id="2" creationId="{CD28AA25-94C1-4233-7960-C2D9AA110A8A}"/>
          </ac:spMkLst>
        </pc:spChg>
        <pc:spChg chg="add del mod">
          <ac:chgData name="Keller, Tobias" userId="d2b43cf6-11ff-459a-be5f-fcd6f7a294fe" providerId="ADAL" clId="{4EDFD69D-4CBA-4286-8687-EF036A3BCF51}" dt="2026-10-13T08:33:11.848" v="174" actId="478"/>
          <ac:spMkLst>
            <pc:docMk/>
            <pc:sldMk cId="4162253168" sldId="2079"/>
            <ac:spMk id="5" creationId="{CFCE65AE-6312-2506-0BA7-5D17C93CB22A}"/>
          </ac:spMkLst>
        </pc:spChg>
        <pc:spChg chg="add mod">
          <ac:chgData name="Keller, Tobias" userId="d2b43cf6-11ff-459a-be5f-fcd6f7a294fe" providerId="ADAL" clId="{4EDFD69D-4CBA-4286-8687-EF036A3BCF51}" dt="2026-10-13T12:08:00.525" v="394" actId="404"/>
          <ac:spMkLst>
            <pc:docMk/>
            <pc:sldMk cId="4162253168" sldId="2079"/>
            <ac:spMk id="9" creationId="{33EAC291-8ACB-48C4-C54C-360D2725120F}"/>
          </ac:spMkLst>
        </pc:spChg>
        <pc:spChg chg="add mod">
          <ac:chgData name="Keller, Tobias" userId="d2b43cf6-11ff-459a-be5f-fcd6f7a294fe" providerId="ADAL" clId="{4EDFD69D-4CBA-4286-8687-EF036A3BCF51}" dt="2026-10-13T12:08:07.381" v="395" actId="1076"/>
          <ac:spMkLst>
            <pc:docMk/>
            <pc:sldMk cId="4162253168" sldId="2079"/>
            <ac:spMk id="11" creationId="{50900367-7CD2-448C-7BEA-57DE43514B41}"/>
          </ac:spMkLst>
        </pc:spChg>
        <pc:picChg chg="add mod modCrop">
          <ac:chgData name="Keller, Tobias" userId="d2b43cf6-11ff-459a-be5f-fcd6f7a294fe" providerId="ADAL" clId="{4EDFD69D-4CBA-4286-8687-EF036A3BCF51}" dt="2026-10-13T12:07:30.036" v="372" actId="1076"/>
          <ac:picMkLst>
            <pc:docMk/>
            <pc:sldMk cId="4162253168" sldId="2079"/>
            <ac:picMk id="4" creationId="{4FFE53C2-B9DD-5FEB-BADF-999E2EF98E02}"/>
          </ac:picMkLst>
        </pc:picChg>
        <pc:picChg chg="add mod">
          <ac:chgData name="Keller, Tobias" userId="d2b43cf6-11ff-459a-be5f-fcd6f7a294fe" providerId="ADAL" clId="{4EDFD69D-4CBA-4286-8687-EF036A3BCF51}" dt="2026-10-13T08:34:10.996" v="189" actId="692"/>
          <ac:picMkLst>
            <pc:docMk/>
            <pc:sldMk cId="4162253168" sldId="2079"/>
            <ac:picMk id="7" creationId="{BF14E442-F1FA-09F6-5950-AD22A6B146E3}"/>
          </ac:picMkLst>
        </pc:picChg>
      </pc:sldChg>
      <pc:sldChg chg="addSp modSp new mod">
        <pc:chgData name="Keller, Tobias" userId="d2b43cf6-11ff-459a-be5f-fcd6f7a294fe" providerId="ADAL" clId="{4EDFD69D-4CBA-4286-8687-EF036A3BCF51}" dt="2026-10-13T08:34:14.394" v="190" actId="692"/>
        <pc:sldMkLst>
          <pc:docMk/>
          <pc:sldMk cId="2847573631" sldId="2080"/>
        </pc:sldMkLst>
        <pc:spChg chg="mod">
          <ac:chgData name="Keller, Tobias" userId="d2b43cf6-11ff-459a-be5f-fcd6f7a294fe" providerId="ADAL" clId="{4EDFD69D-4CBA-4286-8687-EF036A3BCF51}" dt="2026-10-13T08:28:09.273" v="148" actId="20577"/>
          <ac:spMkLst>
            <pc:docMk/>
            <pc:sldMk cId="2847573631" sldId="2080"/>
            <ac:spMk id="2" creationId="{AF03D3BA-C9F9-4E1E-7382-87AC39047EE7}"/>
          </ac:spMkLst>
        </pc:spChg>
        <pc:picChg chg="add mod">
          <ac:chgData name="Keller, Tobias" userId="d2b43cf6-11ff-459a-be5f-fcd6f7a294fe" providerId="ADAL" clId="{4EDFD69D-4CBA-4286-8687-EF036A3BCF51}" dt="2026-10-13T08:34:14.394" v="190" actId="692"/>
          <ac:picMkLst>
            <pc:docMk/>
            <pc:sldMk cId="2847573631" sldId="2080"/>
            <ac:picMk id="4" creationId="{95EE5AD7-BE05-9B80-2E5F-7EFC20B9A57F}"/>
          </ac:picMkLst>
        </pc:picChg>
      </pc:sldChg>
      <pc:sldChg chg="addSp modSp new mod">
        <pc:chgData name="Keller, Tobias" userId="d2b43cf6-11ff-459a-be5f-fcd6f7a294fe" providerId="ADAL" clId="{4EDFD69D-4CBA-4286-8687-EF036A3BCF51}" dt="2026-10-13T08:49:22.285" v="306" actId="6549"/>
        <pc:sldMkLst>
          <pc:docMk/>
          <pc:sldMk cId="1634950113" sldId="2081"/>
        </pc:sldMkLst>
        <pc:spChg chg="mod">
          <ac:chgData name="Keller, Tobias" userId="d2b43cf6-11ff-459a-be5f-fcd6f7a294fe" providerId="ADAL" clId="{4EDFD69D-4CBA-4286-8687-EF036A3BCF51}" dt="2026-10-13T08:45:45.129" v="236" actId="20577"/>
          <ac:spMkLst>
            <pc:docMk/>
            <pc:sldMk cId="1634950113" sldId="2081"/>
            <ac:spMk id="2" creationId="{7E54EE9B-F2E7-E772-FA57-8F43DDA079D9}"/>
          </ac:spMkLst>
        </pc:spChg>
        <pc:spChg chg="add mod">
          <ac:chgData name="Keller, Tobias" userId="d2b43cf6-11ff-459a-be5f-fcd6f7a294fe" providerId="ADAL" clId="{4EDFD69D-4CBA-4286-8687-EF036A3BCF51}" dt="2026-10-13T08:49:22.285" v="306" actId="6549"/>
          <ac:spMkLst>
            <pc:docMk/>
            <pc:sldMk cId="1634950113" sldId="2081"/>
            <ac:spMk id="4" creationId="{7DE703CC-AEC2-C444-4081-8A75A545A83F}"/>
          </ac:spMkLst>
        </pc:spChg>
        <pc:picChg chg="add">
          <ac:chgData name="Keller, Tobias" userId="d2b43cf6-11ff-459a-be5f-fcd6f7a294fe" providerId="ADAL" clId="{4EDFD69D-4CBA-4286-8687-EF036A3BCF51}" dt="2026-10-13T08:46:02.013" v="238"/>
          <ac:picMkLst>
            <pc:docMk/>
            <pc:sldMk cId="1634950113" sldId="2081"/>
            <ac:picMk id="5" creationId="{2A55F5E3-3E05-7354-7971-3DF40E83057D}"/>
          </ac:picMkLst>
        </pc:picChg>
        <pc:picChg chg="add">
          <ac:chgData name="Keller, Tobias" userId="d2b43cf6-11ff-459a-be5f-fcd6f7a294fe" providerId="ADAL" clId="{4EDFD69D-4CBA-4286-8687-EF036A3BCF51}" dt="2026-10-13T08:46:02.013" v="238"/>
          <ac:picMkLst>
            <pc:docMk/>
            <pc:sldMk cId="1634950113" sldId="2081"/>
            <ac:picMk id="6" creationId="{0EF9636C-C932-1A2E-6CA6-FE81A8D35C24}"/>
          </ac:picMkLst>
        </pc:picChg>
        <pc:picChg chg="add mod">
          <ac:chgData name="Keller, Tobias" userId="d2b43cf6-11ff-459a-be5f-fcd6f7a294fe" providerId="ADAL" clId="{4EDFD69D-4CBA-4286-8687-EF036A3BCF51}" dt="2026-10-13T08:47:40.047" v="255" actId="1076"/>
          <ac:picMkLst>
            <pc:docMk/>
            <pc:sldMk cId="1634950113" sldId="2081"/>
            <ac:picMk id="7" creationId="{99DE0F2C-AA68-869A-39F5-E9FE841298BD}"/>
          </ac:picMkLst>
        </pc:picChg>
        <pc:picChg chg="add mod">
          <ac:chgData name="Keller, Tobias" userId="d2b43cf6-11ff-459a-be5f-fcd6f7a294fe" providerId="ADAL" clId="{4EDFD69D-4CBA-4286-8687-EF036A3BCF51}" dt="2026-10-13T08:47:42.707" v="256" actId="1076"/>
          <ac:picMkLst>
            <pc:docMk/>
            <pc:sldMk cId="1634950113" sldId="2081"/>
            <ac:picMk id="8" creationId="{7B3540DC-A054-A9B1-3CDA-90C97C1BD273}"/>
          </ac:picMkLst>
        </pc:picChg>
      </pc:sldChg>
      <pc:sldChg chg="addSp modSp new mod">
        <pc:chgData name="Keller, Tobias" userId="d2b43cf6-11ff-459a-be5f-fcd6f7a294fe" providerId="ADAL" clId="{4EDFD69D-4CBA-4286-8687-EF036A3BCF51}" dt="2026-10-13T09:09:58.103" v="371" actId="20577"/>
        <pc:sldMkLst>
          <pc:docMk/>
          <pc:sldMk cId="3535163062" sldId="2082"/>
        </pc:sldMkLst>
        <pc:spChg chg="mod">
          <ac:chgData name="Keller, Tobias" userId="d2b43cf6-11ff-459a-be5f-fcd6f7a294fe" providerId="ADAL" clId="{4EDFD69D-4CBA-4286-8687-EF036A3BCF51}" dt="2026-10-13T09:09:58.103" v="371" actId="20577"/>
          <ac:spMkLst>
            <pc:docMk/>
            <pc:sldMk cId="3535163062" sldId="2082"/>
            <ac:spMk id="2" creationId="{1A2DC119-1DF1-9941-CDC6-DD0058E005B2}"/>
          </ac:spMkLst>
        </pc:spChg>
        <pc:spChg chg="add mod">
          <ac:chgData name="Keller, Tobias" userId="d2b43cf6-11ff-459a-be5f-fcd6f7a294fe" providerId="ADAL" clId="{4EDFD69D-4CBA-4286-8687-EF036A3BCF51}" dt="2026-10-13T09:09:38.104" v="357" actId="14100"/>
          <ac:spMkLst>
            <pc:docMk/>
            <pc:sldMk cId="3535163062" sldId="2082"/>
            <ac:spMk id="5" creationId="{FB69C192-20FC-9DE2-3945-632F76B39828}"/>
          </ac:spMkLst>
        </pc:spChg>
        <pc:graphicFrameChg chg="add mod modGraphic">
          <ac:chgData name="Keller, Tobias" userId="d2b43cf6-11ff-459a-be5f-fcd6f7a294fe" providerId="ADAL" clId="{4EDFD69D-4CBA-4286-8687-EF036A3BCF51}" dt="2026-10-13T09:09:44.885" v="358" actId="14100"/>
          <ac:graphicFrameMkLst>
            <pc:docMk/>
            <pc:sldMk cId="3535163062" sldId="2082"/>
            <ac:graphicFrameMk id="3" creationId="{C4A3C680-69FF-723F-5823-FD294CC33723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Arial" panose="020B0604020202020204" pitchFamily="34" charset="0"/>
              </a:rPr>
              <a:pPr algn="ctr"/>
              <a:t>‹#›</a:t>
            </a:fld>
            <a:endParaRPr lang="de-DE" sz="1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612775"/>
            <a:ext cx="5762625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9000" y="4120162"/>
            <a:ext cx="5760000" cy="4563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57512" y="8935722"/>
            <a:ext cx="942976" cy="205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Arial" panose="020B0604020202020204" pitchFamily="34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‹#›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bin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1650" y="1557338"/>
            <a:ext cx="11186477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95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98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with blue patter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69E6551-269A-D225-4CF8-EC6D532E4902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5441288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75363" y="0"/>
            <a:ext cx="6119812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 dirty="0"/>
              <a:t>Click to insert picture</a:t>
            </a:r>
          </a:p>
        </p:txBody>
      </p:sp>
      <p:pic>
        <p:nvPicPr>
          <p:cNvPr id="1533652702" name="LogoBlue-Dynamic" descr="{&quot;templafy&quot;:{&quot;id&quot;:&quot;6c7bdae5-f4a4-41ef-bce1-a9de047427a3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6" name="Classification-Dynamic" descr="{&quot;templafy&quot;:{&quot;id&quot;:&quot;31826e07-6bd8-46cf-99a6-aba87324adbb&quot;}}">
            <a:extLst>
              <a:ext uri="{FF2B5EF4-FFF2-40B4-BE49-F238E27FC236}">
                <a16:creationId xmlns:a16="http://schemas.microsoft.com/office/drawing/2014/main" id="{870EB466-B92B-9D4D-974E-A49C0F424152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 dirty="0">
                <a:solidFill>
                  <a:schemeClr val="tx1"/>
                </a:solidFill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1982410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orient="horz" pos="2704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60" userDrawn="1">
          <p15:clr>
            <a:srgbClr val="FBAE40"/>
          </p15:clr>
        </p15:guide>
        <p15:guide id="7" orient="horz" pos="414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cover with anvil">
    <p:bg>
      <p:bgPr>
        <a:solidFill>
          <a:srgbClr val="280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37E79459-E5C5-5E87-E38B-80855D38E462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rgbClr val="28004A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46E736-979F-0D4B-6D59-D0EA5D367E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9111" y="1216759"/>
            <a:ext cx="8887864" cy="4424483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1090080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1787688874" name="LogoWhite-Dynamic" descr="{&quot;templafy&quot;:{&quot;id&quot;:&quot;2de5be2a-d3c3-4ddf-bfce-d8d47df28dbb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7" name="Classification-Dynamic" descr="{&quot;templafy&quot;:{&quot;id&quot;:&quot;ae7c7b96-b70f-4e7a-b733-583422dd9c67&quot;}}">
            <a:extLst>
              <a:ext uri="{FF2B5EF4-FFF2-40B4-BE49-F238E27FC236}">
                <a16:creationId xmlns:a16="http://schemas.microsoft.com/office/drawing/2014/main" id="{1D05DC80-84C9-9ECA-3B84-3577D8D81659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 dirty="0">
                <a:solidFill>
                  <a:schemeClr val="bg1"/>
                </a:solidFill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66725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60" userDrawn="1">
          <p15:clr>
            <a:srgbClr val="FBAE40"/>
          </p15:clr>
        </p15:guide>
        <p15:guide id="7" orient="horz" pos="41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ngo cover with anvil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48">
            <a:extLst>
              <a:ext uri="{FF2B5EF4-FFF2-40B4-BE49-F238E27FC236}">
                <a16:creationId xmlns:a16="http://schemas.microsoft.com/office/drawing/2014/main" id="{3F9D113E-DB39-0CF2-578D-9B5D35C92F55}"/>
              </a:ext>
            </a:extLst>
          </p:cNvPr>
          <p:cNvSpPr/>
          <p:nvPr userDrawn="1"/>
        </p:nvSpPr>
        <p:spPr bwMode="gray">
          <a:xfrm>
            <a:off x="7102258" y="0"/>
            <a:ext cx="5092917" cy="6858000"/>
          </a:xfrm>
          <a:prstGeom prst="rect">
            <a:avLst/>
          </a:prstGeom>
          <a:solidFill>
            <a:srgbClr val="FFC932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9CF98F2-AE93-6F6D-B5F5-C2F74E0787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67600" y="250521"/>
            <a:ext cx="4538091" cy="63280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D06AF2-2141-CEFD-4797-A6E50CC267FE}"/>
              </a:ext>
            </a:extLst>
          </p:cNvPr>
          <p:cNvSpPr/>
          <p:nvPr userDrawn="1"/>
        </p:nvSpPr>
        <p:spPr bwMode="gray">
          <a:xfrm>
            <a:off x="1" y="0"/>
            <a:ext cx="7226300" cy="6858000"/>
          </a:xfrm>
          <a:prstGeom prst="rect">
            <a:avLst/>
          </a:prstGeom>
          <a:solidFill>
            <a:schemeClr val="accent1"/>
          </a:solidFill>
          <a:ln w="1342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633305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432919900" name="LogoWhite-Dynamic" descr="{&quot;templafy&quot;:{&quot;id&quot;:&quot;2fc7f057-0369-4ed6-8a09-948d28d95ffb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8" name="Classification-Dynamic" descr="{&quot;templafy&quot;:{&quot;id&quot;:&quot;9c26c798-5a7f-4e71-a771-0737e45e4efe&quot;}}">
            <a:extLst>
              <a:ext uri="{FF2B5EF4-FFF2-40B4-BE49-F238E27FC236}">
                <a16:creationId xmlns:a16="http://schemas.microsoft.com/office/drawing/2014/main" id="{F1333C1B-AD40-D53A-5A1E-EFB8C6390D49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 dirty="0">
                <a:solidFill>
                  <a:schemeClr val="bg1"/>
                </a:solidFill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77845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41" userDrawn="1">
          <p15:clr>
            <a:srgbClr val="FBAE40"/>
          </p15:clr>
        </p15:guide>
        <p15:guide id="5" orient="horz" pos="2960" userDrawn="1">
          <p15:clr>
            <a:srgbClr val="FBAE40"/>
          </p15:clr>
        </p15:guide>
        <p15:guide id="7" orient="horz" pos="41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cover with image in anvil shape">
    <p:bg>
      <p:bgPr>
        <a:solidFill>
          <a:srgbClr val="97D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F15634C-E3A9-CDE6-5F8E-35B41DFE2B5D}"/>
              </a:ext>
            </a:extLst>
          </p:cNvPr>
          <p:cNvSpPr/>
          <p:nvPr userDrawn="1"/>
        </p:nvSpPr>
        <p:spPr bwMode="gray">
          <a:xfrm>
            <a:off x="0" y="0"/>
            <a:ext cx="12195175" cy="6858000"/>
          </a:xfrm>
          <a:prstGeom prst="rect">
            <a:avLst/>
          </a:prstGeom>
          <a:solidFill>
            <a:srgbClr val="97DD40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1" y="2706317"/>
            <a:ext cx="5529704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2BFABF1-DD81-F2D4-FD65-DBCD6636029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69496" y="2029240"/>
            <a:ext cx="5711687" cy="2828844"/>
          </a:xfrm>
          <a:custGeom>
            <a:avLst/>
            <a:gdLst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5453062 w 5453062"/>
              <a:gd name="connsiteY2" fmla="*/ 2700337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  <a:gd name="connsiteX0" fmla="*/ 0 w 5453062"/>
              <a:gd name="connsiteY0" fmla="*/ 0 h 2758526"/>
              <a:gd name="connsiteX1" fmla="*/ 5453062 w 5453062"/>
              <a:gd name="connsiteY1" fmla="*/ 0 h 2758526"/>
              <a:gd name="connsiteX2" fmla="*/ 2751426 w 5453062"/>
              <a:gd name="connsiteY2" fmla="*/ 2758526 h 2758526"/>
              <a:gd name="connsiteX3" fmla="*/ 0 w 5453062"/>
              <a:gd name="connsiteY3" fmla="*/ 2700337 h 2758526"/>
              <a:gd name="connsiteX4" fmla="*/ 0 w 5453062"/>
              <a:gd name="connsiteY4" fmla="*/ 0 h 2758526"/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2726487 w 5453062"/>
              <a:gd name="connsiteY2" fmla="*/ 2700336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3062" h="2700337">
                <a:moveTo>
                  <a:pt x="0" y="0"/>
                </a:moveTo>
                <a:lnTo>
                  <a:pt x="5453062" y="0"/>
                </a:lnTo>
                <a:lnTo>
                  <a:pt x="2726487" y="2700336"/>
                </a:lnTo>
                <a:lnTo>
                  <a:pt x="0" y="2700337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      Click to add image</a:t>
            </a:r>
          </a:p>
        </p:txBody>
      </p:sp>
      <p:sp>
        <p:nvSpPr>
          <p:cNvPr id="4" name="Classification-Dynamic" descr="{&quot;templafy&quot;:{&quot;id&quot;:&quot;4fb6f5d1-82cd-4ab1-ae44-7e64d037ef1d&quot;}}">
            <a:extLst>
              <a:ext uri="{FF2B5EF4-FFF2-40B4-BE49-F238E27FC236}">
                <a16:creationId xmlns:a16="http://schemas.microsoft.com/office/drawing/2014/main" id="{13EDB9F6-FBDA-8ED8-A84B-244CC53CFF99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 dirty="0">
                <a:solidFill>
                  <a:schemeClr val="tx1"/>
                </a:solidFill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INTERNAL – SAP and Partners Only</a:t>
            </a:r>
          </a:p>
        </p:txBody>
      </p:sp>
      <p:pic>
        <p:nvPicPr>
          <p:cNvPr id="316767171" name="LogoBlack-Dynamic" descr="{&quot;templafy&quot;:{&quot;id&quot;:&quot;6e8f8d3c-486c-440f-9e89-010c51d1337f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997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or Illustr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F6B4F408-95BC-730E-4114-45641ED46491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288000" y="4024430"/>
            <a:ext cx="10899174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 dirty="0"/>
              <a:t>Click to insert picture</a:t>
            </a:r>
          </a:p>
        </p:txBody>
      </p:sp>
      <p:pic>
        <p:nvPicPr>
          <p:cNvPr id="73675286" name="LogoBlue-Dynamic" descr="{&quot;templafy&quot;:{&quot;id&quot;:&quot;f232a519-5ff6-4053-bb5b-b23e1adaee18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6218600"/>
            <a:ext cx="727192" cy="360000"/>
          </a:xfrm>
          <a:prstGeom prst="rect">
            <a:avLst/>
          </a:prstGeom>
        </p:spPr>
      </p:pic>
      <p:sp>
        <p:nvSpPr>
          <p:cNvPr id="9" name="Classification-Dynamic" descr="{&quot;templafy&quot;:{&quot;id&quot;:&quot;27682cf1-0696-470f-9efa-616f4870e8a0&quot;}}">
            <a:extLst>
              <a:ext uri="{FF2B5EF4-FFF2-40B4-BE49-F238E27FC236}">
                <a16:creationId xmlns:a16="http://schemas.microsoft.com/office/drawing/2014/main" id="{CE0C2033-6FDF-7DD6-E25C-C03296FDAD00}"/>
              </a:ext>
            </a:extLst>
          </p:cNvPr>
          <p:cNvSpPr txBox="1"/>
          <p:nvPr userDrawn="1"/>
        </p:nvSpPr>
        <p:spPr>
          <a:xfrm>
            <a:off x="282575" y="5724000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 dirty="0">
                <a:solidFill>
                  <a:schemeClr val="tx1"/>
                </a:solidFill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183850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505">
          <p15:clr>
            <a:srgbClr val="FBAE40"/>
          </p15:clr>
        </p15:guide>
        <p15:guide id="2" orient="horz" pos="4144">
          <p15:clr>
            <a:srgbClr val="FBAE40"/>
          </p15:clr>
        </p15:guide>
        <p15:guide id="3" orient="horz" pos="2162">
          <p15:clr>
            <a:srgbClr val="FBAE40"/>
          </p15:clr>
        </p15:guide>
        <p15:guide id="4" pos="181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with green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615A14AB-7A75-B899-CDA1-E311E201A837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CAD3135A-95A0-606F-5A25-35CF890B232D}"/>
              </a:ext>
            </a:extLst>
          </p:cNvPr>
          <p:cNvSpPr/>
          <p:nvPr/>
        </p:nvSpPr>
        <p:spPr>
          <a:xfrm>
            <a:off x="5072441" y="1275473"/>
            <a:ext cx="6069341" cy="2991727"/>
          </a:xfrm>
          <a:custGeom>
            <a:avLst/>
            <a:gdLst>
              <a:gd name="connsiteX0" fmla="*/ 0 w 6069341"/>
              <a:gd name="connsiteY0" fmla="*/ 0 h 2991727"/>
              <a:gd name="connsiteX1" fmla="*/ 0 w 6069341"/>
              <a:gd name="connsiteY1" fmla="*/ 2991727 h 2991727"/>
              <a:gd name="connsiteX2" fmla="*/ 3084421 w 6069341"/>
              <a:gd name="connsiteY2" fmla="*/ 2991727 h 2991727"/>
              <a:gd name="connsiteX3" fmla="*/ 6069341 w 6069341"/>
              <a:gd name="connsiteY3" fmla="*/ 0 h 2991727"/>
              <a:gd name="connsiteX4" fmla="*/ 0 w 6069341"/>
              <a:gd name="connsiteY4" fmla="*/ 0 h 2991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69341" h="2991727">
                <a:moveTo>
                  <a:pt x="0" y="0"/>
                </a:moveTo>
                <a:lnTo>
                  <a:pt x="0" y="2991727"/>
                </a:lnTo>
                <a:lnTo>
                  <a:pt x="3084421" y="2991727"/>
                </a:lnTo>
                <a:lnTo>
                  <a:pt x="6069341" y="0"/>
                </a:lnTo>
                <a:lnTo>
                  <a:pt x="0" y="0"/>
                </a:lnTo>
                <a:close/>
              </a:path>
            </a:pathLst>
          </a:custGeom>
          <a:solidFill>
            <a:srgbClr val="97DD40"/>
          </a:solidFill>
          <a:ln w="7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D8805AE3-41BC-E9DB-1A66-ADF41EDBC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026739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945490893" name="LogoBlue-Dynamic" descr="{&quot;templafy&quot;:{&quot;id&quot;:&quot;e60c395f-8fa7-41cf-b146-37c7272e7cfb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11" name="Classification-Dynamic" descr="{&quot;templafy&quot;:{&quot;id&quot;:&quot;55d87788-2e60-4526-97e4-cc625eeee8de&quot;}}">
            <a:extLst>
              <a:ext uri="{FF2B5EF4-FFF2-40B4-BE49-F238E27FC236}">
                <a16:creationId xmlns:a16="http://schemas.microsoft.com/office/drawing/2014/main" id="{62D91ACB-BD14-46CB-4B61-F4B072D877C0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 dirty="0">
                <a:solidFill>
                  <a:schemeClr val="tx1"/>
                </a:solidFill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15547614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blue cover with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ckground">
            <a:extLst>
              <a:ext uri="{FF2B5EF4-FFF2-40B4-BE49-F238E27FC236}">
                <a16:creationId xmlns:a16="http://schemas.microsoft.com/office/drawing/2014/main" id="{581FAEF7-1ACD-83AC-7B42-761E6A30387F}"/>
              </a:ext>
            </a:extLst>
          </p:cNvPr>
          <p:cNvSpPr/>
          <p:nvPr userDrawn="1"/>
        </p:nvSpPr>
        <p:spPr bwMode="gray">
          <a:xfrm>
            <a:off x="0" y="0"/>
            <a:ext cx="12195175" cy="6858000"/>
          </a:xfrm>
          <a:prstGeom prst="rect">
            <a:avLst/>
          </a:prstGeom>
          <a:solidFill>
            <a:srgbClr val="A6E0FF">
              <a:alpha val="42715"/>
            </a:srgbClr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" name="Anvil" descr="preencoded.png">
            <a:extLst>
              <a:ext uri="{FF2B5EF4-FFF2-40B4-BE49-F238E27FC236}">
                <a16:creationId xmlns:a16="http://schemas.microsoft.com/office/drawing/2014/main" id="{94093846-CC07-3993-CA62-86004F1C03F9}"/>
              </a:ext>
            </a:extLst>
          </p:cNvPr>
          <p:cNvSpPr/>
          <p:nvPr/>
        </p:nvSpPr>
        <p:spPr>
          <a:xfrm>
            <a:off x="2289865" y="1275473"/>
            <a:ext cx="8851917" cy="4363327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A6E0FF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098B98B-8FDE-5B19-2FC7-97058A6B53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592992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1082763596" name="LogoBlack-Dynamic" descr="{&quot;templafy&quot;:{&quot;id&quot;:&quot;e1ce98cc-b5e7-4d57-bbf2-b85890640f17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e21c6111-be2c-44a0-a2aa-df88facd3edb&quot;}}">
            <a:extLst>
              <a:ext uri="{FF2B5EF4-FFF2-40B4-BE49-F238E27FC236}">
                <a16:creationId xmlns:a16="http://schemas.microsoft.com/office/drawing/2014/main" id="{D417CEF6-1FCD-75B6-FA13-C583ECCE7BE5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 dirty="0">
                <a:solidFill>
                  <a:schemeClr val="tx1"/>
                </a:solidFill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1315975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ver with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 descr="preencoded.png">
            <a:extLst>
              <a:ext uri="{FF2B5EF4-FFF2-40B4-BE49-F238E27FC236}">
                <a16:creationId xmlns:a16="http://schemas.microsoft.com/office/drawing/2014/main" id="{5F3BB899-74C3-EBF7-C191-EC2863B8F536}"/>
              </a:ext>
            </a:extLst>
          </p:cNvPr>
          <p:cNvSpPr/>
          <p:nvPr/>
        </p:nvSpPr>
        <p:spPr>
          <a:xfrm>
            <a:off x="0" y="0"/>
            <a:ext cx="12195175" cy="6858000"/>
          </a:xfrm>
          <a:custGeom>
            <a:avLst/>
            <a:gdLst>
              <a:gd name="connsiteX0" fmla="*/ 0 w 12195175"/>
              <a:gd name="connsiteY0" fmla="*/ 0 h 6858000"/>
              <a:gd name="connsiteX1" fmla="*/ 12195175 w 12195175"/>
              <a:gd name="connsiteY1" fmla="*/ 0 h 6858000"/>
              <a:gd name="connsiteX2" fmla="*/ 12195175 w 12195175"/>
              <a:gd name="connsiteY2" fmla="*/ 6858000 h 6858000"/>
              <a:gd name="connsiteX3" fmla="*/ 0 w 12195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5800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B90FF"/>
          </a:solidFill>
          <a:ln w="11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Anvil" descr="preencoded.png">
            <a:extLst>
              <a:ext uri="{FF2B5EF4-FFF2-40B4-BE49-F238E27FC236}">
                <a16:creationId xmlns:a16="http://schemas.microsoft.com/office/drawing/2014/main" id="{39A9B643-3B5A-F0D7-C3BF-3A81DE80FEB6}"/>
              </a:ext>
            </a:extLst>
          </p:cNvPr>
          <p:cNvSpPr/>
          <p:nvPr/>
        </p:nvSpPr>
        <p:spPr>
          <a:xfrm>
            <a:off x="287339" y="935666"/>
            <a:ext cx="6762048" cy="3333180"/>
          </a:xfrm>
          <a:custGeom>
            <a:avLst/>
            <a:gdLst>
              <a:gd name="connsiteX0" fmla="*/ 0 w 6762048"/>
              <a:gd name="connsiteY0" fmla="*/ 0 h 3333180"/>
              <a:gd name="connsiteX1" fmla="*/ 0 w 6762048"/>
              <a:gd name="connsiteY1" fmla="*/ 3333180 h 3333180"/>
              <a:gd name="connsiteX2" fmla="*/ 3436452 w 6762048"/>
              <a:gd name="connsiteY2" fmla="*/ 3333180 h 3333180"/>
              <a:gd name="connsiteX3" fmla="*/ 6762048 w 6762048"/>
              <a:gd name="connsiteY3" fmla="*/ 0 h 3333180"/>
              <a:gd name="connsiteX4" fmla="*/ 0 w 6762048"/>
              <a:gd name="connsiteY4" fmla="*/ 0 h 3333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2048" h="3333180">
                <a:moveTo>
                  <a:pt x="0" y="0"/>
                </a:moveTo>
                <a:lnTo>
                  <a:pt x="0" y="3333180"/>
                </a:lnTo>
                <a:lnTo>
                  <a:pt x="3436452" y="3333180"/>
                </a:lnTo>
                <a:lnTo>
                  <a:pt x="676204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A86"/>
          </a:solidFill>
          <a:ln w="926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09C0759-3773-C728-D6A6-855D822107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876593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1482374887" name="LogoWhite-Dynamic" descr="{&quot;templafy&quot;:{&quot;id&quot;:&quot;1c29bb78-5811-4cd4-811f-7882c0a69982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58f345ad-7bdb-419e-8713-85ce06a158f4&quot;}}">
            <a:extLst>
              <a:ext uri="{FF2B5EF4-FFF2-40B4-BE49-F238E27FC236}">
                <a16:creationId xmlns:a16="http://schemas.microsoft.com/office/drawing/2014/main" id="{D67AB148-356D-F356-4E6C-9664D9EB9DF3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 dirty="0">
                <a:solidFill>
                  <a:schemeClr val="bg1"/>
                </a:solidFill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4293282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l cover with anvil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" descr="preencoded.png">
            <a:extLst>
              <a:ext uri="{FF2B5EF4-FFF2-40B4-BE49-F238E27FC236}">
                <a16:creationId xmlns:a16="http://schemas.microsoft.com/office/drawing/2014/main" id="{5F3BB899-74C3-EBF7-C191-EC2863B8F536}"/>
              </a:ext>
            </a:extLst>
          </p:cNvPr>
          <p:cNvSpPr/>
          <p:nvPr/>
        </p:nvSpPr>
        <p:spPr>
          <a:xfrm>
            <a:off x="0" y="0"/>
            <a:ext cx="12195175" cy="6858000"/>
          </a:xfrm>
          <a:custGeom>
            <a:avLst/>
            <a:gdLst>
              <a:gd name="connsiteX0" fmla="*/ 0 w 12195175"/>
              <a:gd name="connsiteY0" fmla="*/ 0 h 6858000"/>
              <a:gd name="connsiteX1" fmla="*/ 12195175 w 12195175"/>
              <a:gd name="connsiteY1" fmla="*/ 0 h 6858000"/>
              <a:gd name="connsiteX2" fmla="*/ 12195175 w 12195175"/>
              <a:gd name="connsiteY2" fmla="*/ 6858000 h 6858000"/>
              <a:gd name="connsiteX3" fmla="*/ 0 w 12195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5800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CEAC"/>
          </a:solidFill>
          <a:ln w="11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Anvil" descr="preencoded.png">
            <a:extLst>
              <a:ext uri="{FF2B5EF4-FFF2-40B4-BE49-F238E27FC236}">
                <a16:creationId xmlns:a16="http://schemas.microsoft.com/office/drawing/2014/main" id="{F36DF1A0-33EF-D4BF-029F-2435A3EF8C01}"/>
              </a:ext>
            </a:extLst>
          </p:cNvPr>
          <p:cNvSpPr/>
          <p:nvPr/>
        </p:nvSpPr>
        <p:spPr>
          <a:xfrm>
            <a:off x="870433" y="989322"/>
            <a:ext cx="9187967" cy="4528975"/>
          </a:xfrm>
          <a:custGeom>
            <a:avLst/>
            <a:gdLst>
              <a:gd name="connsiteX0" fmla="*/ 0 w 9187967"/>
              <a:gd name="connsiteY0" fmla="*/ 0 h 4528975"/>
              <a:gd name="connsiteX1" fmla="*/ 0 w 9187967"/>
              <a:gd name="connsiteY1" fmla="*/ 4528975 h 4528975"/>
              <a:gd name="connsiteX2" fmla="*/ 4669297 w 9187967"/>
              <a:gd name="connsiteY2" fmla="*/ 4528975 h 4528975"/>
              <a:gd name="connsiteX3" fmla="*/ 9187967 w 9187967"/>
              <a:gd name="connsiteY3" fmla="*/ 0 h 4528975"/>
              <a:gd name="connsiteX4" fmla="*/ 0 w 9187967"/>
              <a:gd name="connsiteY4" fmla="*/ 0 h 452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7967" h="4528975">
                <a:moveTo>
                  <a:pt x="0" y="0"/>
                </a:moveTo>
                <a:lnTo>
                  <a:pt x="0" y="4528975"/>
                </a:lnTo>
                <a:lnTo>
                  <a:pt x="4669297" y="4528975"/>
                </a:lnTo>
                <a:lnTo>
                  <a:pt x="9187967" y="0"/>
                </a:lnTo>
                <a:lnTo>
                  <a:pt x="0" y="0"/>
                </a:lnTo>
                <a:close/>
              </a:path>
            </a:pathLst>
          </a:custGeom>
          <a:solidFill>
            <a:srgbClr val="63EDD4"/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5515F5CA-E76C-CC3B-68A7-37E88873A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592992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900788501" name="LogoBlack-Dynamic" descr="{&quot;templafy&quot;:{&quot;id&quot;:&quot;c1eb01f2-9e1f-430d-b8b5-2c5ca45c20b6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790acb4e-ca71-45a1-a6aa-15bb3a352e16&quot;}}">
            <a:extLst>
              <a:ext uri="{FF2B5EF4-FFF2-40B4-BE49-F238E27FC236}">
                <a16:creationId xmlns:a16="http://schemas.microsoft.com/office/drawing/2014/main" id="{BBFBBDC3-D031-6041-465D-9F7147F423CF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 dirty="0">
                <a:solidFill>
                  <a:schemeClr val="tx1"/>
                </a:solidFill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2910220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th cover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83FFCA81-9D1B-7BE9-9F97-BEDB3E67519A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8860E7D-5DEB-5F1B-5AAF-4C41BD1A77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08700" y="0"/>
            <a:ext cx="6086475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 dirty="0"/>
              <a:t>Click to insert picture</a:t>
            </a:r>
          </a:p>
        </p:txBody>
      </p:sp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D8805AE3-41BC-E9DB-1A66-ADF41EDBC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026739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1608403681" name="LogoBlue-Dynamic" descr="{&quot;templafy&quot;:{&quot;id&quot;:&quot;4730df89-118a-4dac-850a-22582fba25ef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3b3005ec-996c-4d76-a358-795127b0f977&quot;}}">
            <a:extLst>
              <a:ext uri="{FF2B5EF4-FFF2-40B4-BE49-F238E27FC236}">
                <a16:creationId xmlns:a16="http://schemas.microsoft.com/office/drawing/2014/main" id="{4A078429-99DD-7555-B0F4-FEF46FD297B0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 dirty="0">
                <a:solidFill>
                  <a:schemeClr val="tx1"/>
                </a:solidFill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1043655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ver with anvil and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 descr="preencoded.png">
            <a:extLst>
              <a:ext uri="{FF2B5EF4-FFF2-40B4-BE49-F238E27FC236}">
                <a16:creationId xmlns:a16="http://schemas.microsoft.com/office/drawing/2014/main" id="{9DE307C8-D1C3-00E2-C5B0-2A7EBB981384}"/>
              </a:ext>
            </a:extLst>
          </p:cNvPr>
          <p:cNvSpPr/>
          <p:nvPr/>
        </p:nvSpPr>
        <p:spPr>
          <a:xfrm>
            <a:off x="0" y="0"/>
            <a:ext cx="12195175" cy="6861495"/>
          </a:xfrm>
          <a:custGeom>
            <a:avLst/>
            <a:gdLst>
              <a:gd name="connsiteX0" fmla="*/ 0 w 12195175"/>
              <a:gd name="connsiteY0" fmla="*/ 0 h 6861495"/>
              <a:gd name="connsiteX1" fmla="*/ 12195175 w 12195175"/>
              <a:gd name="connsiteY1" fmla="*/ 0 h 6861495"/>
              <a:gd name="connsiteX2" fmla="*/ 12195175 w 12195175"/>
              <a:gd name="connsiteY2" fmla="*/ 6861496 h 6861495"/>
              <a:gd name="connsiteX3" fmla="*/ 0 w 12195175"/>
              <a:gd name="connsiteY3" fmla="*/ 6861496 h 6861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61495">
                <a:moveTo>
                  <a:pt x="0" y="0"/>
                </a:moveTo>
                <a:lnTo>
                  <a:pt x="12195175" y="0"/>
                </a:lnTo>
                <a:lnTo>
                  <a:pt x="12195175" y="6861496"/>
                </a:lnTo>
                <a:lnTo>
                  <a:pt x="0" y="6861496"/>
                </a:lnTo>
                <a:close/>
              </a:path>
            </a:pathLst>
          </a:custGeom>
          <a:solidFill>
            <a:srgbClr val="0057D2"/>
          </a:solidFill>
          <a:ln w="101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Anvil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SpPr/>
          <p:nvPr/>
        </p:nvSpPr>
        <p:spPr>
          <a:xfrm>
            <a:off x="752355" y="1156532"/>
            <a:ext cx="5613722" cy="2756252"/>
          </a:xfrm>
          <a:custGeom>
            <a:avLst/>
            <a:gdLst>
              <a:gd name="connsiteX0" fmla="*/ 0 w 5613722"/>
              <a:gd name="connsiteY0" fmla="*/ 0 h 2756252"/>
              <a:gd name="connsiteX1" fmla="*/ 0 w 5613722"/>
              <a:gd name="connsiteY1" fmla="*/ 2756252 h 2756252"/>
              <a:gd name="connsiteX2" fmla="*/ 2852875 w 5613722"/>
              <a:gd name="connsiteY2" fmla="*/ 2756252 h 2756252"/>
              <a:gd name="connsiteX3" fmla="*/ 5613722 w 5613722"/>
              <a:gd name="connsiteY3" fmla="*/ 0 h 2756252"/>
              <a:gd name="connsiteX4" fmla="*/ 0 w 5613722"/>
              <a:gd name="connsiteY4" fmla="*/ 0 h 2756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13722" h="2756252">
                <a:moveTo>
                  <a:pt x="0" y="0"/>
                </a:moveTo>
                <a:lnTo>
                  <a:pt x="0" y="2756252"/>
                </a:lnTo>
                <a:lnTo>
                  <a:pt x="2852875" y="2756252"/>
                </a:lnTo>
                <a:lnTo>
                  <a:pt x="561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1B90FF"/>
          </a:solidFill>
          <a:ln w="927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36062" y="0"/>
            <a:ext cx="4359114" cy="6858000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0401" y="2206502"/>
            <a:ext cx="5529704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1743685208" name="LogoWhite-Dynamic" descr="{&quot;templafy&quot;:{&quot;id&quot;:&quot;c91d4f96-eb02-4c57-a0e1-338790f88ede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5" name="Classification-Dynamic" descr="{&quot;templafy&quot;:{&quot;id&quot;:&quot;54a69f23-ff76-4f65-96bb-a6bf00e9647f&quot;}}">
            <a:extLst>
              <a:ext uri="{FF2B5EF4-FFF2-40B4-BE49-F238E27FC236}">
                <a16:creationId xmlns:a16="http://schemas.microsoft.com/office/drawing/2014/main" id="{7A6CB977-D711-D436-9DC2-AAFCC56F9CAA}"/>
              </a:ext>
            </a:extLst>
          </p:cNvPr>
          <p:cNvSpPr txBox="1"/>
          <p:nvPr userDrawn="1"/>
        </p:nvSpPr>
        <p:spPr>
          <a:xfrm>
            <a:off x="440401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 dirty="0">
                <a:solidFill>
                  <a:schemeClr val="bg1"/>
                </a:solidFill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INTERNAL – SAP and Partners Only</a:t>
            </a:r>
          </a:p>
        </p:txBody>
      </p:sp>
    </p:spTree>
    <p:extLst>
      <p:ext uri="{BB962C8B-B14F-4D97-AF65-F5344CB8AC3E}">
        <p14:creationId xmlns:p14="http://schemas.microsoft.com/office/powerpoint/2010/main" val="19797496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genda items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238" y="1580844"/>
            <a:ext cx="11185200" cy="4764394"/>
          </a:xfrm>
        </p:spPr>
        <p:txBody>
          <a:bodyPr>
            <a:norm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2000" b="0"/>
            </a:lvl1pPr>
            <a:lvl2pPr marL="179964" marR="0" indent="-179964" algn="l" defTabSz="108855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/>
              <a:defRPr sz="1800"/>
            </a:lvl2pPr>
            <a:lvl3pPr marL="359928" marR="0" indent="-179352" algn="l" defTabSz="1088558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itchFamily="34" charset="0"/>
              <a:buChar char="–"/>
              <a:tabLst/>
              <a:defRPr sz="1800" baseline="0"/>
            </a:lvl3pPr>
            <a:lvl4pPr marL="539892" marR="0" indent="-179964" algn="l" defTabSz="1088558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Courier New" pitchFamily="49" charset="0"/>
              <a:buChar char="o"/>
              <a:tabLst/>
              <a:defRPr sz="1600"/>
            </a:lvl4pPr>
            <a:lvl5pPr>
              <a:buClr>
                <a:schemeClr val="accent2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 dirty="0"/>
              <a:t>Agenda Item/Divider Headline</a:t>
            </a:r>
          </a:p>
          <a:p>
            <a:pPr lvl="1"/>
            <a:r>
              <a:rPr lang="en-US" dirty="0"/>
              <a:t>Details</a:t>
            </a:r>
          </a:p>
        </p:txBody>
      </p:sp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859360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3" userDrawn="1">
          <p15:clr>
            <a:srgbClr val="FBAE40"/>
          </p15:clr>
        </p15:guide>
        <p15:guide id="2" orient="horz" pos="981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095278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03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pos="736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5175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 dirty="0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89852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364" userDrawn="1">
          <p15:clr>
            <a:srgbClr val="FBAE40"/>
          </p15:clr>
        </p15:guide>
        <p15:guide id="3" pos="303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453302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364" userDrawn="1">
          <p15:clr>
            <a:srgbClr val="FBAE40"/>
          </p15:clr>
        </p15:guide>
        <p15:guide id="3" pos="303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743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3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551" userDrawn="1">
          <p15:clr>
            <a:srgbClr val="FBAE40"/>
          </p15:clr>
        </p15:guide>
        <p15:guide id="5" orient="horz" pos="39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1650" y="1557338"/>
            <a:ext cx="11186477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981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362477" y="1557338"/>
            <a:ext cx="5328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57338"/>
            <a:ext cx="5328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48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pos="3674" userDrawn="1">
          <p15:clr>
            <a:srgbClr val="FBAE40"/>
          </p15:clr>
        </p15:guide>
        <p15:guide id="5" pos="4007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981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57338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57338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57338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41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2563" userDrawn="1">
          <p15:clr>
            <a:srgbClr val="FBAE40"/>
          </p15:clr>
        </p15:guide>
        <p15:guide id="4" pos="2717" userDrawn="1">
          <p15:clr>
            <a:srgbClr val="FBAE40"/>
          </p15:clr>
        </p15:guide>
        <p15:guide id="5" pos="4964" userDrawn="1">
          <p15:clr>
            <a:srgbClr val="FBAE40"/>
          </p15:clr>
        </p15:guide>
        <p15:guide id="6" pos="5119" userDrawn="1">
          <p15:clr>
            <a:srgbClr val="FBAE40"/>
          </p15:clr>
        </p15:guide>
        <p15:guide id="7" pos="7364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81" userDrawn="1">
          <p15:clr>
            <a:srgbClr val="FBAE40"/>
          </p15:clr>
        </p15:guide>
        <p15:guide id="10" orient="horz" pos="3997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362477" y="4770000"/>
            <a:ext cx="5328000" cy="1575238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362477" y="1557337"/>
            <a:ext cx="5328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328000" cy="1575238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57337"/>
            <a:ext cx="5328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81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004" userDrawn="1">
          <p15:clr>
            <a:srgbClr val="FBAE40"/>
          </p15:clr>
        </p15:guide>
        <p15:guide id="7" orient="horz" pos="3997" userDrawn="1">
          <p15:clr>
            <a:srgbClr val="FBAE40"/>
          </p15:clr>
        </p15:guide>
        <p15:guide id="8" pos="3682" userDrawn="1">
          <p15:clr>
            <a:srgbClr val="FBAE40"/>
          </p15:clr>
        </p15:guide>
        <p15:guide id="9" pos="4000" userDrawn="1">
          <p15:clr>
            <a:srgbClr val="FBAE40"/>
          </p15:clr>
        </p15:guide>
        <p15:guide id="10" pos="736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299277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299277" y="1557338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401639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401639" y="1557338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57338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66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2455" userDrawn="1">
          <p15:clr>
            <a:srgbClr val="FBAE40"/>
          </p15:clr>
        </p15:guide>
        <p15:guide id="4" pos="2773" userDrawn="1">
          <p15:clr>
            <a:srgbClr val="FBAE40"/>
          </p15:clr>
        </p15:guide>
        <p15:guide id="5" pos="4910" userDrawn="1">
          <p15:clr>
            <a:srgbClr val="FBAE40"/>
          </p15:clr>
        </p15:guide>
        <p15:guide id="6" pos="5227" userDrawn="1">
          <p15:clr>
            <a:srgbClr val="FBAE40"/>
          </p15:clr>
        </p15:guide>
        <p15:guide id="7" pos="7364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81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743" userDrawn="1">
          <p15:clr>
            <a:srgbClr val="FBAE40"/>
          </p15:clr>
        </p15:guide>
        <p15:guide id="12" orient="horz" pos="3997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274877" y="3878221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274877" y="1557337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351252" y="3878221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351252" y="1557337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427626" y="3878221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427626" y="1557337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387822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57337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59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81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442" userDrawn="1">
          <p15:clr>
            <a:srgbClr val="FBAE40"/>
          </p15:clr>
        </p15:guide>
        <p15:guide id="7" orient="horz" pos="3990" userDrawn="1">
          <p15:clr>
            <a:srgbClr val="FBAE40"/>
          </p15:clr>
        </p15:guide>
        <p15:guide id="8" pos="1840" userDrawn="1">
          <p15:clr>
            <a:srgbClr val="FBAE40"/>
          </p15:clr>
        </p15:guide>
        <p15:guide id="9" pos="2159" userDrawn="1">
          <p15:clr>
            <a:srgbClr val="FBAE40"/>
          </p15:clr>
        </p15:guide>
        <p15:guide id="10" pos="3683" userDrawn="1">
          <p15:clr>
            <a:srgbClr val="FBAE40"/>
          </p15:clr>
        </p15:guide>
        <p15:guide id="11" pos="4000" userDrawn="1">
          <p15:clr>
            <a:srgbClr val="FBAE40"/>
          </p15:clr>
        </p15:guide>
        <p15:guide id="12" pos="5525" userDrawn="1">
          <p15:clr>
            <a:srgbClr val="FBAE40"/>
          </p15:clr>
        </p15:guide>
        <p15:guide id="13" pos="5842" userDrawn="1">
          <p15:clr>
            <a:srgbClr val="FBAE40"/>
          </p15:clr>
        </p15:guide>
        <p15:guide id="14" pos="736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Quote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800000"/>
            <a:ext cx="11185200" cy="3285032"/>
          </a:xfrm>
        </p:spPr>
        <p:txBody>
          <a:bodyPr/>
          <a:lstStyle>
            <a:lvl1pPr marL="395921" indent="-395921">
              <a:lnSpc>
                <a:spcPct val="90000"/>
              </a:lnSpc>
              <a:spcBef>
                <a:spcPts val="600"/>
              </a:spcBef>
              <a:defRPr sz="5999" b="0" i="0">
                <a:latin typeface="72 Brand Medium" panose="020B0504030603020204" pitchFamily="34" charset="0"/>
              </a:defRPr>
            </a:lvl1pPr>
            <a:lvl2pPr marL="395921" indent="0">
              <a:buNone/>
              <a:defRPr sz="1600"/>
            </a:lvl2pPr>
          </a:lstStyle>
          <a:p>
            <a:pPr lvl="0"/>
            <a:r>
              <a:rPr lang="en-US" noProof="0" dirty="0"/>
              <a:t>“Quote goes here </a:t>
            </a:r>
            <a:br>
              <a:rPr lang="en-US" noProof="0" dirty="0"/>
            </a:br>
            <a:r>
              <a:rPr lang="en-US" noProof="0" dirty="0"/>
              <a:t>and here.”</a:t>
            </a:r>
          </a:p>
          <a:p>
            <a:pPr lvl="1"/>
            <a:r>
              <a:rPr lang="en-US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932785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4" orient="horz" pos="1133" userDrawn="1">
          <p15:clr>
            <a:srgbClr val="FBAE40"/>
          </p15:clr>
        </p15:guide>
        <p15:guide id="5" orient="horz" pos="3204" userDrawn="1">
          <p15:clr>
            <a:srgbClr val="FBAE40"/>
          </p15:clr>
        </p15:guide>
        <p15:guide id="6" pos="7363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</a:t>
            </a:r>
            <a:endParaRPr lang="de-DE" dirty="0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999" y="1557338"/>
            <a:ext cx="7092000" cy="47786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7092000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020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991" userDrawn="1">
          <p15:clr>
            <a:srgbClr val="FBAE40"/>
          </p15:clr>
        </p15:guide>
        <p15:guide id="3" pos="4786" userDrawn="1">
          <p15:clr>
            <a:srgbClr val="FBAE40"/>
          </p15:clr>
        </p15:guide>
        <p15:guide id="4" pos="5111" userDrawn="1">
          <p15:clr>
            <a:srgbClr val="FBAE40"/>
          </p15:clr>
        </p15:guide>
        <p15:guide id="5" orient="horz" pos="317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  <p15:guide id="7" orient="horz" pos="981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397911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362477" y="1557338"/>
            <a:ext cx="5328000" cy="4778662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screenshot</a:t>
            </a:r>
            <a:endParaRPr lang="de-DE" dirty="0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57338"/>
            <a:ext cx="5328000" cy="47786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227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981" userDrawn="1">
          <p15:clr>
            <a:srgbClr val="FBAE40"/>
          </p15:clr>
        </p15:guide>
        <p15:guide id="3" pos="367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7364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3991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4000" y="1557338"/>
            <a:ext cx="11185200" cy="4778662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098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81" userDrawn="1">
          <p15:clr>
            <a:srgbClr val="FBAE40"/>
          </p15:clr>
        </p15:guide>
        <p15:guide id="5" orient="horz" pos="3991" userDrawn="1">
          <p15:clr>
            <a:srgbClr val="FBAE40"/>
          </p15:clr>
        </p15:guide>
        <p15:guide id="6" pos="7364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218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1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, Contact and Copy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33C5639-DDA2-864A-9DC3-7FC80AC852D5}"/>
              </a:ext>
            </a:extLst>
          </p:cNvPr>
          <p:cNvSpPr txBox="1"/>
          <p:nvPr userDrawn="1"/>
        </p:nvSpPr>
        <p:spPr>
          <a:xfrm>
            <a:off x="503238" y="2905125"/>
            <a:ext cx="183704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108877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en-US" sz="1600" b="0" i="0" dirty="0">
                <a:latin typeface="+mn-lt"/>
              </a:rPr>
              <a:t>Contact information:</a:t>
            </a:r>
          </a:p>
        </p:txBody>
      </p:sp>
      <p:sp>
        <p:nvSpPr>
          <p:cNvPr id="9" name="Copyright - Dynamic" descr="{&quot;templafy&quot;:{&quot;id&quot;:&quot;eb9adf6b-a999-43b4-87a5-c81e58f16e94&quot;}}">
            <a:extLst>
              <a:ext uri="{FF2B5EF4-FFF2-40B4-BE49-F238E27FC236}">
                <a16:creationId xmlns:a16="http://schemas.microsoft.com/office/drawing/2014/main" id="{EDAF1AF5-D568-20CC-6052-F655D86F5486}"/>
              </a:ext>
            </a:extLst>
          </p:cNvPr>
          <p:cNvSpPr txBox="1">
            <a:spLocks/>
          </p:cNvSpPr>
          <p:nvPr userDrawn="1"/>
        </p:nvSpPr>
        <p:spPr>
          <a:xfrm>
            <a:off x="504001" y="6536751"/>
            <a:ext cx="10155600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b="0" i="0" dirty="0">
                <a:latin typeface="+mn-lt"/>
              </a:rPr>
              <a:t>© 2023 SAP SE or an SAP affiliate company. All rights reserved. See Legal Notice on www.sap.com/legal-notice for use terms, disclaimers, disclosures, or restrictions related to this material.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92DE12-4084-77D2-FD2A-8E63F6FBE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1520825"/>
            <a:ext cx="5413477" cy="846386"/>
          </a:xfrm>
        </p:spPr>
        <p:txBody>
          <a:bodyPr/>
          <a:lstStyle>
            <a:lvl1pPr>
              <a:defRPr sz="5500" b="0" i="0">
                <a:latin typeface="72 Brand Medium" panose="020B0504030603020204" pitchFamily="34" charset="0"/>
              </a:defRPr>
            </a:lvl1pPr>
          </a:lstStyle>
          <a:p>
            <a:r>
              <a:rPr lang="en-GB" dirty="0"/>
              <a:t>Thank you.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23274F-1EBD-A73A-AC54-963A234E9E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63291" y="5990000"/>
            <a:ext cx="727059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09031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7364" userDrawn="1">
          <p15:clr>
            <a:srgbClr val="FBAE40"/>
          </p15:clr>
        </p15:guide>
        <p15:guide id="2" orient="horz" pos="958" userDrawn="1">
          <p15:clr>
            <a:srgbClr val="FBAE40"/>
          </p15:clr>
        </p15:guide>
        <p15:guide id="4" orient="horz" pos="1830" userDrawn="1">
          <p15:clr>
            <a:srgbClr val="FBAE40"/>
          </p15:clr>
        </p15:guide>
        <p15:guide id="5" orient="horz" pos="4000" userDrawn="1">
          <p15:clr>
            <a:srgbClr val="FBAE40"/>
          </p15:clr>
        </p15:guide>
        <p15:guide id="6" pos="317" userDrawn="1">
          <p15:clr>
            <a:srgbClr val="FBAE40"/>
          </p15:clr>
        </p15:guide>
        <p15:guide id="8" pos="3841" userDrawn="1">
          <p15:clr>
            <a:srgbClr val="FBAE40"/>
          </p15:clr>
        </p15:guide>
        <p15:guide id="9" orient="horz" pos="31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tags" Target="../tags/tag87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12.xml"/><Relationship Id="rId63" Type="http://schemas.openxmlformats.org/officeDocument/2006/relationships/tags" Target="../tags/tag33.xml"/><Relationship Id="rId84" Type="http://schemas.openxmlformats.org/officeDocument/2006/relationships/tags" Target="../tags/tag54.xml"/><Relationship Id="rId138" Type="http://schemas.openxmlformats.org/officeDocument/2006/relationships/tags" Target="../tags/tag108.xml"/><Relationship Id="rId107" Type="http://schemas.openxmlformats.org/officeDocument/2006/relationships/tags" Target="../tags/tag77.xml"/><Relationship Id="rId11" Type="http://schemas.openxmlformats.org/officeDocument/2006/relationships/slideLayout" Target="../slideLayouts/slideLayout11.xml"/><Relationship Id="rId32" Type="http://schemas.openxmlformats.org/officeDocument/2006/relationships/tags" Target="../tags/tag2.xml"/><Relationship Id="rId53" Type="http://schemas.openxmlformats.org/officeDocument/2006/relationships/tags" Target="../tags/tag23.xml"/><Relationship Id="rId74" Type="http://schemas.openxmlformats.org/officeDocument/2006/relationships/tags" Target="../tags/tag44.xml"/><Relationship Id="rId128" Type="http://schemas.openxmlformats.org/officeDocument/2006/relationships/tags" Target="../tags/tag98.xml"/><Relationship Id="rId149" Type="http://schemas.openxmlformats.org/officeDocument/2006/relationships/tags" Target="../tags/tag119.xml"/><Relationship Id="rId5" Type="http://schemas.openxmlformats.org/officeDocument/2006/relationships/slideLayout" Target="../slideLayouts/slideLayout5.xml"/><Relationship Id="rId95" Type="http://schemas.openxmlformats.org/officeDocument/2006/relationships/tags" Target="../tags/tag6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tags" Target="../tags/tag13.xml"/><Relationship Id="rId48" Type="http://schemas.openxmlformats.org/officeDocument/2006/relationships/tags" Target="../tags/tag18.xml"/><Relationship Id="rId64" Type="http://schemas.openxmlformats.org/officeDocument/2006/relationships/tags" Target="../tags/tag34.xml"/><Relationship Id="rId69" Type="http://schemas.openxmlformats.org/officeDocument/2006/relationships/tags" Target="../tags/tag39.xml"/><Relationship Id="rId113" Type="http://schemas.openxmlformats.org/officeDocument/2006/relationships/tags" Target="../tags/tag83.xml"/><Relationship Id="rId118" Type="http://schemas.openxmlformats.org/officeDocument/2006/relationships/tags" Target="../tags/tag88.xml"/><Relationship Id="rId134" Type="http://schemas.openxmlformats.org/officeDocument/2006/relationships/tags" Target="../tags/tag104.xml"/><Relationship Id="rId139" Type="http://schemas.openxmlformats.org/officeDocument/2006/relationships/tags" Target="../tags/tag109.xml"/><Relationship Id="rId80" Type="http://schemas.openxmlformats.org/officeDocument/2006/relationships/tags" Target="../tags/tag50.xml"/><Relationship Id="rId85" Type="http://schemas.openxmlformats.org/officeDocument/2006/relationships/tags" Target="../tags/tag55.xml"/><Relationship Id="rId150" Type="http://schemas.openxmlformats.org/officeDocument/2006/relationships/tags" Target="../tags/tag120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tags" Target="../tags/tag3.xml"/><Relationship Id="rId38" Type="http://schemas.openxmlformats.org/officeDocument/2006/relationships/tags" Target="../tags/tag8.xml"/><Relationship Id="rId59" Type="http://schemas.openxmlformats.org/officeDocument/2006/relationships/tags" Target="../tags/tag29.xml"/><Relationship Id="rId103" Type="http://schemas.openxmlformats.org/officeDocument/2006/relationships/tags" Target="../tags/tag73.xml"/><Relationship Id="rId108" Type="http://schemas.openxmlformats.org/officeDocument/2006/relationships/tags" Target="../tags/tag78.xml"/><Relationship Id="rId124" Type="http://schemas.openxmlformats.org/officeDocument/2006/relationships/tags" Target="../tags/tag94.xml"/><Relationship Id="rId129" Type="http://schemas.openxmlformats.org/officeDocument/2006/relationships/tags" Target="../tags/tag99.xml"/><Relationship Id="rId54" Type="http://schemas.openxmlformats.org/officeDocument/2006/relationships/tags" Target="../tags/tag24.xml"/><Relationship Id="rId70" Type="http://schemas.openxmlformats.org/officeDocument/2006/relationships/tags" Target="../tags/tag40.xml"/><Relationship Id="rId75" Type="http://schemas.openxmlformats.org/officeDocument/2006/relationships/tags" Target="../tags/tag45.xml"/><Relationship Id="rId91" Type="http://schemas.openxmlformats.org/officeDocument/2006/relationships/tags" Target="../tags/tag61.xml"/><Relationship Id="rId96" Type="http://schemas.openxmlformats.org/officeDocument/2006/relationships/tags" Target="../tags/tag66.xml"/><Relationship Id="rId140" Type="http://schemas.openxmlformats.org/officeDocument/2006/relationships/tags" Target="../tags/tag110.xml"/><Relationship Id="rId145" Type="http://schemas.openxmlformats.org/officeDocument/2006/relationships/tags" Target="../tags/tag11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tags" Target="../tags/tag19.xml"/><Relationship Id="rId114" Type="http://schemas.openxmlformats.org/officeDocument/2006/relationships/tags" Target="../tags/tag84.xml"/><Relationship Id="rId119" Type="http://schemas.openxmlformats.org/officeDocument/2006/relationships/tags" Target="../tags/tag89.xml"/><Relationship Id="rId44" Type="http://schemas.openxmlformats.org/officeDocument/2006/relationships/tags" Target="../tags/tag14.xml"/><Relationship Id="rId60" Type="http://schemas.openxmlformats.org/officeDocument/2006/relationships/tags" Target="../tags/tag30.xml"/><Relationship Id="rId65" Type="http://schemas.openxmlformats.org/officeDocument/2006/relationships/tags" Target="../tags/tag35.xml"/><Relationship Id="rId81" Type="http://schemas.openxmlformats.org/officeDocument/2006/relationships/tags" Target="../tags/tag51.xml"/><Relationship Id="rId86" Type="http://schemas.openxmlformats.org/officeDocument/2006/relationships/tags" Target="../tags/tag56.xml"/><Relationship Id="rId130" Type="http://schemas.openxmlformats.org/officeDocument/2006/relationships/tags" Target="../tags/tag100.xml"/><Relationship Id="rId135" Type="http://schemas.openxmlformats.org/officeDocument/2006/relationships/tags" Target="../tags/tag105.xml"/><Relationship Id="rId151" Type="http://schemas.openxmlformats.org/officeDocument/2006/relationships/tags" Target="../tags/tag121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9.xml"/><Relationship Id="rId109" Type="http://schemas.openxmlformats.org/officeDocument/2006/relationships/tags" Target="../tags/tag79.xml"/><Relationship Id="rId34" Type="http://schemas.openxmlformats.org/officeDocument/2006/relationships/tags" Target="../tags/tag4.xml"/><Relationship Id="rId50" Type="http://schemas.openxmlformats.org/officeDocument/2006/relationships/tags" Target="../tags/tag20.xml"/><Relationship Id="rId55" Type="http://schemas.openxmlformats.org/officeDocument/2006/relationships/tags" Target="../tags/tag25.xml"/><Relationship Id="rId76" Type="http://schemas.openxmlformats.org/officeDocument/2006/relationships/tags" Target="../tags/tag46.xml"/><Relationship Id="rId97" Type="http://schemas.openxmlformats.org/officeDocument/2006/relationships/tags" Target="../tags/tag67.xml"/><Relationship Id="rId104" Type="http://schemas.openxmlformats.org/officeDocument/2006/relationships/tags" Target="../tags/tag74.xml"/><Relationship Id="rId120" Type="http://schemas.openxmlformats.org/officeDocument/2006/relationships/tags" Target="../tags/tag90.xml"/><Relationship Id="rId125" Type="http://schemas.openxmlformats.org/officeDocument/2006/relationships/tags" Target="../tags/tag95.xml"/><Relationship Id="rId141" Type="http://schemas.openxmlformats.org/officeDocument/2006/relationships/tags" Target="../tags/tag111.xml"/><Relationship Id="rId146" Type="http://schemas.openxmlformats.org/officeDocument/2006/relationships/tags" Target="../tags/tag116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41.xml"/><Relationship Id="rId92" Type="http://schemas.openxmlformats.org/officeDocument/2006/relationships/tags" Target="../tags/tag6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tags" Target="../tags/tag10.xml"/><Relationship Id="rId45" Type="http://schemas.openxmlformats.org/officeDocument/2006/relationships/tags" Target="../tags/tag15.xml"/><Relationship Id="rId66" Type="http://schemas.openxmlformats.org/officeDocument/2006/relationships/tags" Target="../tags/tag36.xml"/><Relationship Id="rId87" Type="http://schemas.openxmlformats.org/officeDocument/2006/relationships/tags" Target="../tags/tag57.xml"/><Relationship Id="rId110" Type="http://schemas.openxmlformats.org/officeDocument/2006/relationships/tags" Target="../tags/tag80.xml"/><Relationship Id="rId115" Type="http://schemas.openxmlformats.org/officeDocument/2006/relationships/tags" Target="../tags/tag85.xml"/><Relationship Id="rId131" Type="http://schemas.openxmlformats.org/officeDocument/2006/relationships/tags" Target="../tags/tag101.xml"/><Relationship Id="rId136" Type="http://schemas.openxmlformats.org/officeDocument/2006/relationships/tags" Target="../tags/tag106.xml"/><Relationship Id="rId61" Type="http://schemas.openxmlformats.org/officeDocument/2006/relationships/tags" Target="../tags/tag31.xml"/><Relationship Id="rId82" Type="http://schemas.openxmlformats.org/officeDocument/2006/relationships/tags" Target="../tags/tag52.xml"/><Relationship Id="rId152" Type="http://schemas.openxmlformats.org/officeDocument/2006/relationships/tags" Target="../tags/tag12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tags" Target="../tags/tag5.xml"/><Relationship Id="rId56" Type="http://schemas.openxmlformats.org/officeDocument/2006/relationships/tags" Target="../tags/tag26.xml"/><Relationship Id="rId77" Type="http://schemas.openxmlformats.org/officeDocument/2006/relationships/tags" Target="../tags/tag47.xml"/><Relationship Id="rId100" Type="http://schemas.openxmlformats.org/officeDocument/2006/relationships/tags" Target="../tags/tag70.xml"/><Relationship Id="rId105" Type="http://schemas.openxmlformats.org/officeDocument/2006/relationships/tags" Target="../tags/tag75.xml"/><Relationship Id="rId126" Type="http://schemas.openxmlformats.org/officeDocument/2006/relationships/tags" Target="../tags/tag96.xml"/><Relationship Id="rId147" Type="http://schemas.openxmlformats.org/officeDocument/2006/relationships/tags" Target="../tags/tag117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1.xml"/><Relationship Id="rId72" Type="http://schemas.openxmlformats.org/officeDocument/2006/relationships/tags" Target="../tags/tag42.xml"/><Relationship Id="rId93" Type="http://schemas.openxmlformats.org/officeDocument/2006/relationships/tags" Target="../tags/tag63.xml"/><Relationship Id="rId98" Type="http://schemas.openxmlformats.org/officeDocument/2006/relationships/tags" Target="../tags/tag68.xml"/><Relationship Id="rId121" Type="http://schemas.openxmlformats.org/officeDocument/2006/relationships/tags" Target="../tags/tag91.xml"/><Relationship Id="rId142" Type="http://schemas.openxmlformats.org/officeDocument/2006/relationships/tags" Target="../tags/tag112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tags" Target="../tags/tag16.xml"/><Relationship Id="rId67" Type="http://schemas.openxmlformats.org/officeDocument/2006/relationships/tags" Target="../tags/tag37.xml"/><Relationship Id="rId116" Type="http://schemas.openxmlformats.org/officeDocument/2006/relationships/tags" Target="../tags/tag86.xml"/><Relationship Id="rId137" Type="http://schemas.openxmlformats.org/officeDocument/2006/relationships/tags" Target="../tags/tag107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1.xml"/><Relationship Id="rId62" Type="http://schemas.openxmlformats.org/officeDocument/2006/relationships/tags" Target="../tags/tag32.xml"/><Relationship Id="rId83" Type="http://schemas.openxmlformats.org/officeDocument/2006/relationships/tags" Target="../tags/tag53.xml"/><Relationship Id="rId88" Type="http://schemas.openxmlformats.org/officeDocument/2006/relationships/tags" Target="../tags/tag58.xml"/><Relationship Id="rId111" Type="http://schemas.openxmlformats.org/officeDocument/2006/relationships/tags" Target="../tags/tag81.xml"/><Relationship Id="rId132" Type="http://schemas.openxmlformats.org/officeDocument/2006/relationships/tags" Target="../tags/tag102.xml"/><Relationship Id="rId153" Type="http://schemas.openxmlformats.org/officeDocument/2006/relationships/tags" Target="../tags/tag123.xml"/><Relationship Id="rId15" Type="http://schemas.openxmlformats.org/officeDocument/2006/relationships/slideLayout" Target="../slideLayouts/slideLayout15.xml"/><Relationship Id="rId36" Type="http://schemas.openxmlformats.org/officeDocument/2006/relationships/tags" Target="../tags/tag6.xml"/><Relationship Id="rId57" Type="http://schemas.openxmlformats.org/officeDocument/2006/relationships/tags" Target="../tags/tag27.xml"/><Relationship Id="rId106" Type="http://schemas.openxmlformats.org/officeDocument/2006/relationships/tags" Target="../tags/tag76.xml"/><Relationship Id="rId127" Type="http://schemas.openxmlformats.org/officeDocument/2006/relationships/tags" Target="../tags/tag97.xml"/><Relationship Id="rId10" Type="http://schemas.openxmlformats.org/officeDocument/2006/relationships/slideLayout" Target="../slideLayouts/slideLayout10.xml"/><Relationship Id="rId31" Type="http://schemas.openxmlformats.org/officeDocument/2006/relationships/theme" Target="../theme/theme1.xml"/><Relationship Id="rId52" Type="http://schemas.openxmlformats.org/officeDocument/2006/relationships/tags" Target="../tags/tag22.xml"/><Relationship Id="rId73" Type="http://schemas.openxmlformats.org/officeDocument/2006/relationships/tags" Target="../tags/tag43.xml"/><Relationship Id="rId78" Type="http://schemas.openxmlformats.org/officeDocument/2006/relationships/tags" Target="../tags/tag48.xml"/><Relationship Id="rId94" Type="http://schemas.openxmlformats.org/officeDocument/2006/relationships/tags" Target="../tags/tag64.xml"/><Relationship Id="rId99" Type="http://schemas.openxmlformats.org/officeDocument/2006/relationships/tags" Target="../tags/tag69.xml"/><Relationship Id="rId101" Type="http://schemas.openxmlformats.org/officeDocument/2006/relationships/tags" Target="../tags/tag71.xml"/><Relationship Id="rId122" Type="http://schemas.openxmlformats.org/officeDocument/2006/relationships/tags" Target="../tags/tag92.xml"/><Relationship Id="rId143" Type="http://schemas.openxmlformats.org/officeDocument/2006/relationships/tags" Target="../tags/tag113.xml"/><Relationship Id="rId148" Type="http://schemas.openxmlformats.org/officeDocument/2006/relationships/tags" Target="../tags/tag118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7" Type="http://schemas.openxmlformats.org/officeDocument/2006/relationships/tags" Target="../tags/tag17.xml"/><Relationship Id="rId68" Type="http://schemas.openxmlformats.org/officeDocument/2006/relationships/tags" Target="../tags/tag38.xml"/><Relationship Id="rId89" Type="http://schemas.openxmlformats.org/officeDocument/2006/relationships/tags" Target="../tags/tag59.xml"/><Relationship Id="rId112" Type="http://schemas.openxmlformats.org/officeDocument/2006/relationships/tags" Target="../tags/tag82.xml"/><Relationship Id="rId133" Type="http://schemas.openxmlformats.org/officeDocument/2006/relationships/tags" Target="../tags/tag103.xml"/><Relationship Id="rId154" Type="http://schemas.openxmlformats.org/officeDocument/2006/relationships/tags" Target="../tags/tag124.xml"/><Relationship Id="rId16" Type="http://schemas.openxmlformats.org/officeDocument/2006/relationships/slideLayout" Target="../slideLayouts/slideLayout16.xml"/><Relationship Id="rId37" Type="http://schemas.openxmlformats.org/officeDocument/2006/relationships/tags" Target="../tags/tag7.xml"/><Relationship Id="rId58" Type="http://schemas.openxmlformats.org/officeDocument/2006/relationships/tags" Target="../tags/tag28.xml"/><Relationship Id="rId79" Type="http://schemas.openxmlformats.org/officeDocument/2006/relationships/tags" Target="../tags/tag49.xml"/><Relationship Id="rId102" Type="http://schemas.openxmlformats.org/officeDocument/2006/relationships/tags" Target="../tags/tag72.xml"/><Relationship Id="rId123" Type="http://schemas.openxmlformats.org/officeDocument/2006/relationships/tags" Target="../tags/tag93.xml"/><Relationship Id="rId144" Type="http://schemas.openxmlformats.org/officeDocument/2006/relationships/tags" Target="../tags/tag114.xml"/><Relationship Id="rId90" Type="http://schemas.openxmlformats.org/officeDocument/2006/relationships/tags" Target="../tags/tag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57293E41-954C-9E9C-7DE2-32FEDBD5A1C6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4" name="Slide number"/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 dirty="0">
              <a:latin typeface="+mn-lt"/>
            </a:endParaRPr>
          </a:p>
        </p:txBody>
      </p:sp>
      <p:sp>
        <p:nvSpPr>
          <p:cNvPr id="12" name="Copyright Placeholder" descr="{&quot;templafy&quot;:{&quot;id&quot;:&quot;1df0b5c3-c399-4d80-afa5-baa0f5e07b52&quot;}}">
            <a:extLst>
              <a:ext uri="{FF2B5EF4-FFF2-40B4-BE49-F238E27FC236}">
                <a16:creationId xmlns:a16="http://schemas.microsoft.com/office/drawing/2014/main" id="{539D88F9-B48F-F143-B90F-EDFB85A350E8}"/>
              </a:ext>
            </a:extLst>
          </p:cNvPr>
          <p:cNvSpPr txBox="1">
            <a:spLocks/>
          </p:cNvSpPr>
          <p:nvPr userDrawn="1"/>
        </p:nvSpPr>
        <p:spPr>
          <a:xfrm>
            <a:off x="504001" y="6536751"/>
            <a:ext cx="10155600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b="0" i="0" dirty="0">
                <a:latin typeface="Arial" panose="020B0604020202020204" pitchFamily="34" charset="0"/>
              </a:rPr>
              <a:t>INTERNAL – SAP and Partners Only</a:t>
            </a: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548560"/>
            <a:ext cx="11186476" cy="4716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4001" y="504000"/>
            <a:ext cx="11186476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5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34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35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accent1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 dirty="0">
                <a:latin typeface="Arial" panose="020B0604020202020204" pitchFamily="34" charset="0"/>
                <a:ea typeface="Arial Unicode MS" pitchFamily="34" charset="-128"/>
                <a:cs typeface="Arial Unicode MS" pitchFamily="34" charset="-128"/>
              </a:rPr>
              <a:t>(r) Footnote</a:t>
            </a:r>
          </a:p>
        </p:txBody>
      </p:sp>
      <p:sp>
        <p:nvSpPr>
          <p:cNvPr id="132" name="Responsible [Sticker]" hidden="1">
            <a:extLst>
              <a:ext uri="{FF2B5EF4-FFF2-40B4-BE49-F238E27FC236}">
                <a16:creationId xmlns:a16="http://schemas.microsoft.com/office/drawing/2014/main" id="{3CB674C2-91C9-46E6-8AB4-E90ABF1CAFE0}"/>
              </a:ext>
            </a:extLst>
          </p:cNvPr>
          <p:cNvSpPr>
            <a:spLocks/>
          </p:cNvSpPr>
          <p:nvPr userDrawn="1"/>
        </p:nvSpPr>
        <p:spPr>
          <a:xfrm>
            <a:off x="10071105" y="896931"/>
            <a:ext cx="2124070" cy="5954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Responsible: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Name Lastname</a:t>
            </a:r>
          </a:p>
        </p:txBody>
      </p:sp>
      <p:sp>
        <p:nvSpPr>
          <p:cNvPr id="133" name="Discussion [Sticker]" hidden="1">
            <a:extLst>
              <a:ext uri="{FF2B5EF4-FFF2-40B4-BE49-F238E27FC236}">
                <a16:creationId xmlns:a16="http://schemas.microsoft.com/office/drawing/2014/main" id="{7C793D27-9296-461C-878D-BA16CBD91587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Roboto Medium" panose="02000000000000000000" pitchFamily="2" charset="0"/>
                <a:cs typeface="+mn-cs"/>
              </a:rPr>
              <a:t>For discussion</a:t>
            </a:r>
          </a:p>
        </p:txBody>
      </p:sp>
      <p:sp>
        <p:nvSpPr>
          <p:cNvPr id="134" name="Internal [Sticker]" hidden="1">
            <a:extLst>
              <a:ext uri="{FF2B5EF4-FFF2-40B4-BE49-F238E27FC236}">
                <a16:creationId xmlns:a16="http://schemas.microsoft.com/office/drawing/2014/main" id="{704CE42F-5A9B-4CC0-8048-99928A53C0C4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35" name="Final [Sticker]" hidden="1">
            <a:extLst>
              <a:ext uri="{FF2B5EF4-FFF2-40B4-BE49-F238E27FC236}">
                <a16:creationId xmlns:a16="http://schemas.microsoft.com/office/drawing/2014/main" id="{348603E9-9858-4213-9B5B-929AD136906A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Final slide</a:t>
            </a:r>
          </a:p>
        </p:txBody>
      </p:sp>
      <p:sp>
        <p:nvSpPr>
          <p:cNvPr id="136" name="Backup [Sticker]" hidden="1">
            <a:extLst>
              <a:ext uri="{FF2B5EF4-FFF2-40B4-BE49-F238E27FC236}">
                <a16:creationId xmlns:a16="http://schemas.microsoft.com/office/drawing/2014/main" id="{7EEB833A-9AFC-4A66-8469-9D3897CE1E66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Backup</a:t>
            </a:r>
          </a:p>
        </p:txBody>
      </p:sp>
      <p:sp>
        <p:nvSpPr>
          <p:cNvPr id="137" name="Update [Sticker]" hidden="1">
            <a:extLst>
              <a:ext uri="{FF2B5EF4-FFF2-40B4-BE49-F238E27FC236}">
                <a16:creationId xmlns:a16="http://schemas.microsoft.com/office/drawing/2014/main" id="{D41FF937-AB04-46EE-82EF-FCE26A919A7B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Update data</a:t>
            </a:r>
          </a:p>
        </p:txBody>
      </p:sp>
      <p:sp>
        <p:nvSpPr>
          <p:cNvPr id="138" name="Dummy [Sticker]" hidden="1">
            <a:extLst>
              <a:ext uri="{FF2B5EF4-FFF2-40B4-BE49-F238E27FC236}">
                <a16:creationId xmlns:a16="http://schemas.microsoft.com/office/drawing/2014/main" id="{06C5579C-7A02-48D6-A733-4B9E6D9F1443}"/>
              </a:ext>
            </a:extLst>
          </p:cNvPr>
          <p:cNvSpPr>
            <a:spLocks/>
          </p:cNvSpPr>
          <p:nvPr userDrawn="1"/>
        </p:nvSpPr>
        <p:spPr>
          <a:xfrm>
            <a:off x="10071105" y="896920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</a:rPr>
              <a:t>Dummy data</a:t>
            </a:r>
          </a:p>
        </p:txBody>
      </p:sp>
      <p:sp>
        <p:nvSpPr>
          <p:cNvPr id="139" name="Formatting [Comment]" hidden="1">
            <a:extLst>
              <a:ext uri="{FF2B5EF4-FFF2-40B4-BE49-F238E27FC236}">
                <a16:creationId xmlns:a16="http://schemas.microsoft.com/office/drawing/2014/main" id="{89EB4C18-DFF3-4A27-ACBB-99DCDC8961A8}"/>
              </a:ext>
            </a:extLst>
          </p:cNvPr>
          <p:cNvSpPr>
            <a:spLocks/>
          </p:cNvSpPr>
          <p:nvPr userDrawn="1"/>
        </p:nvSpPr>
        <p:spPr>
          <a:xfrm>
            <a:off x="9483344" y="1097679"/>
            <a:ext cx="2479101" cy="1277432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&lt;/date&gt;: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40" name="Content [Comment]" hidden="1">
            <a:extLst>
              <a:ext uri="{FF2B5EF4-FFF2-40B4-BE49-F238E27FC236}">
                <a16:creationId xmlns:a16="http://schemas.microsoft.com/office/drawing/2014/main" id="{906252E7-98DB-45F0-8278-EB60F71B7340}"/>
              </a:ext>
            </a:extLst>
          </p:cNvPr>
          <p:cNvSpPr>
            <a:spLocks/>
          </p:cNvSpPr>
          <p:nvPr userDrawn="1"/>
        </p:nvSpPr>
        <p:spPr>
          <a:xfrm>
            <a:off x="9483344" y="1097671"/>
            <a:ext cx="2479101" cy="1277440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&lt;/date&gt;: </a:t>
            </a:r>
          </a:p>
        </p:txBody>
      </p:sp>
      <p:sp>
        <p:nvSpPr>
          <p:cNvPr id="141" name="Draft [Sticker]" hidden="1">
            <a:extLst>
              <a:ext uri="{FF2B5EF4-FFF2-40B4-BE49-F238E27FC236}">
                <a16:creationId xmlns:a16="http://schemas.microsoft.com/office/drawing/2014/main" id="{904633E3-6BC9-4C5E-B74A-8B9D4AE95B20}"/>
              </a:ext>
            </a:extLst>
          </p:cNvPr>
          <p:cNvSpPr/>
          <p:nvPr userDrawn="1"/>
        </p:nvSpPr>
        <p:spPr bwMode="gray">
          <a:xfrm rot="18900000">
            <a:off x="2916643" y="2819462"/>
            <a:ext cx="6361889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8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8"/>
                <a:cs typeface="Arial Unicode MS" pitchFamily="34" charset="-128"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73" r:id="rId2"/>
    <p:sldLayoutId id="2147483780" r:id="rId3"/>
    <p:sldLayoutId id="2147483787" r:id="rId4"/>
    <p:sldLayoutId id="214748377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  <p:sldLayoutId id="2147483741" r:id="rId13"/>
    <p:sldLayoutId id="2147483765" r:id="rId14"/>
    <p:sldLayoutId id="2147483767" r:id="rId15"/>
    <p:sldLayoutId id="2147483786" r:id="rId16"/>
    <p:sldLayoutId id="2147483743" r:id="rId17"/>
    <p:sldLayoutId id="2147483774" r:id="rId18"/>
    <p:sldLayoutId id="2147483745" r:id="rId19"/>
    <p:sldLayoutId id="2147483760" r:id="rId20"/>
    <p:sldLayoutId id="2147483768" r:id="rId21"/>
    <p:sldLayoutId id="2147483769" r:id="rId22"/>
    <p:sldLayoutId id="2147483770" r:id="rId23"/>
    <p:sldLayoutId id="2147483744" r:id="rId24"/>
    <p:sldLayoutId id="2147483757" r:id="rId25"/>
    <p:sldLayoutId id="2147483771" r:id="rId26"/>
    <p:sldLayoutId id="2147483763" r:id="rId27"/>
    <p:sldLayoutId id="2147483751" r:id="rId28"/>
    <p:sldLayoutId id="2147483756" r:id="rId29"/>
    <p:sldLayoutId id="2147483740" r:id="rId30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Tx/>
        <a:buSzPct val="80000"/>
        <a:buFont typeface="Roboto" panose="02000000000000000000" pitchFamily="2" charset="0"/>
        <a:buChar char="​"/>
        <a:defRPr sz="2000" b="0" i="0" kern="120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800" b="0" i="0" kern="1200" noProof="0" dirty="0" smtClean="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80000"/>
        <a:buFont typeface="Courier New" panose="02070309020205020404" pitchFamily="49" charset="0"/>
        <a:buChar char="o"/>
        <a:defRPr sz="1600" b="0" i="0" kern="120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400" b="0" i="0" kern="1200" baseline="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github.tools.sap/CALMBuild/cfg-ai-srv/issues/962" TargetMode="Externa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launcher.value-experience-hub.for.sap/experiences/jarvis/groups/list-views/pages/ai-feature-list?selecttab=allfeature" TargetMode="External"/><Relationship Id="rId5" Type="http://schemas.openxmlformats.org/officeDocument/2006/relationships/hyperlink" Target="https://github.tools.sap/CALMBuild/cfg-ai-srv/issues/952" TargetMode="Externa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hyperlink" Target="https://help.sap.com/docs/cloud-alm" TargetMode="External"/><Relationship Id="rId7" Type="http://schemas.openxmlformats.org/officeDocument/2006/relationships/image" Target="../media/image23.png"/><Relationship Id="rId2" Type="http://schemas.openxmlformats.org/officeDocument/2006/relationships/hyperlink" Target="https://help.sap.com/docs/cloud-alm/applicationhelp/ai-assisted-requirement-generation?q=requirement+generation" TargetMode="Externa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help.sap.com/docs/link-disclaimer?site=https%3A%2F%2Fme.sap.com%2Floading" TargetMode="External"/><Relationship Id="rId5" Type="http://schemas.openxmlformats.org/officeDocument/2006/relationships/image" Target="../media/image22.png"/><Relationship Id="rId4" Type="http://schemas.openxmlformats.org/officeDocument/2006/relationships/hyperlink" Target="https://help.sap.com/docs/link-disclaimer?site=https%3A%2F%2Fdiscovery-center.cloud.sap%2Fai-feature%2Fe5701d25-2615-49ad-acf3-4f2a6363a206%2F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sap.com/api/CALM_TM_PLAN/overview" TargetMode="External"/><Relationship Id="rId2" Type="http://schemas.openxmlformats.org/officeDocument/2006/relationships/hyperlink" Target="https://api.sap.com/api/CALM_TM/overview" TargetMode="External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api.sap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B5915F-5F36-41A8-78F5-B51940AC19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D2B7E2-46B7-DCFF-AA53-833477D9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504000"/>
            <a:ext cx="11186476" cy="307777"/>
          </a:xfrm>
        </p:spPr>
        <p:txBody>
          <a:bodyPr/>
          <a:lstStyle/>
          <a:p>
            <a:r>
              <a:rPr lang="en-GB" sz="2000" dirty="0"/>
              <a:t>Agent doesn’t see assigned solution processes &amp; subsequent agent response is not helpful. </a:t>
            </a:r>
            <a:endParaRPr lang="en-DE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C0599C-14E6-CD2E-762E-DDBF9521F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72" y="1024645"/>
            <a:ext cx="6130251" cy="50454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A621EE-78E1-5192-7A6F-1D910BC07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084" y="1708652"/>
            <a:ext cx="6131835" cy="504541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75BE095-E5DA-F29B-3DBE-39BBBF3E2960}"/>
              </a:ext>
            </a:extLst>
          </p:cNvPr>
          <p:cNvCxnSpPr>
            <a:cxnSpLocks/>
          </p:cNvCxnSpPr>
          <p:nvPr/>
        </p:nvCxnSpPr>
        <p:spPr>
          <a:xfrm flipV="1">
            <a:off x="3936460" y="4293140"/>
            <a:ext cx="6290553" cy="804154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4366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054B8B0-479C-3374-1847-98FF07FD98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4089023-0513-F12A-677A-C631BD8DF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00D42E-D4B7-17C6-84F6-4526A442F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2503"/>
            <a:ext cx="12195175" cy="489299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FD9316B-BD3F-3448-396A-5E0DD479FB77}"/>
              </a:ext>
            </a:extLst>
          </p:cNvPr>
          <p:cNvSpPr/>
          <p:nvPr/>
        </p:nvSpPr>
        <p:spPr bwMode="gray">
          <a:xfrm>
            <a:off x="817123" y="129702"/>
            <a:ext cx="4403388" cy="265127"/>
          </a:xfrm>
          <a:prstGeom prst="rect">
            <a:avLst/>
          </a:prstGeom>
          <a:noFill/>
          <a:ln w="25400" algn="ctr">
            <a:solidFill>
              <a:schemeClr val="accent2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Demo system</a:t>
            </a:r>
            <a:endParaRPr kumimoji="0" lang="en-DE" sz="1800" b="0" i="0" u="none" strike="noStrike" kern="0" cap="none" spc="0" normalizeH="0" baseline="0" noProof="0" dirty="0" err="1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C9D2CA-8484-CFE7-F852-A53A8A409B56}"/>
              </a:ext>
            </a:extLst>
          </p:cNvPr>
          <p:cNvSpPr/>
          <p:nvPr/>
        </p:nvSpPr>
        <p:spPr bwMode="gray">
          <a:xfrm>
            <a:off x="7133616" y="129702"/>
            <a:ext cx="4403388" cy="265127"/>
          </a:xfrm>
          <a:prstGeom prst="rect">
            <a:avLst/>
          </a:prstGeom>
          <a:noFill/>
          <a:ln w="25400" algn="ctr">
            <a:solidFill>
              <a:schemeClr val="accent2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TechEd system</a:t>
            </a:r>
            <a:endParaRPr kumimoji="0" lang="en-DE" sz="1800" b="0" i="0" u="none" strike="noStrike" kern="0" cap="none" spc="0" normalizeH="0" baseline="0" noProof="0" dirty="0" err="1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61468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173781-5ED8-3922-53E1-480455B15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Manage Scopes</a:t>
            </a:r>
            <a:endParaRPr lang="en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901604-82D6-90AB-2AD8-FE7ECB495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8583"/>
            <a:ext cx="12195175" cy="510083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5AC1183-D5E0-C17E-D290-2599C0A41B80}"/>
              </a:ext>
            </a:extLst>
          </p:cNvPr>
          <p:cNvSpPr/>
          <p:nvPr/>
        </p:nvSpPr>
        <p:spPr bwMode="gray">
          <a:xfrm>
            <a:off x="817123" y="129702"/>
            <a:ext cx="4403388" cy="265127"/>
          </a:xfrm>
          <a:prstGeom prst="rect">
            <a:avLst/>
          </a:prstGeom>
          <a:noFill/>
          <a:ln w="25400" algn="ctr">
            <a:solidFill>
              <a:schemeClr val="accent2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Demo</a:t>
            </a:r>
            <a:endParaRPr kumimoji="0" lang="en-DE" sz="1800" b="0" i="0" u="none" strike="noStrike" kern="0" cap="none" spc="0" normalizeH="0" baseline="0" noProof="0" dirty="0" err="1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9D942B-35D2-D37E-9F1C-C61E18D38338}"/>
              </a:ext>
            </a:extLst>
          </p:cNvPr>
          <p:cNvSpPr/>
          <p:nvPr/>
        </p:nvSpPr>
        <p:spPr bwMode="gray">
          <a:xfrm>
            <a:off x="7133616" y="129702"/>
            <a:ext cx="4403388" cy="265127"/>
          </a:xfrm>
          <a:prstGeom prst="rect">
            <a:avLst/>
          </a:prstGeom>
          <a:noFill/>
          <a:ln w="25400" algn="ctr">
            <a:solidFill>
              <a:schemeClr val="accent2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TechEd</a:t>
            </a:r>
            <a:endParaRPr kumimoji="0" lang="en-DE" sz="1800" b="0" i="0" u="none" strike="noStrike" kern="0" cap="none" spc="0" normalizeH="0" baseline="0" noProof="0" dirty="0" err="1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40636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7A8A6-07E6-DA61-9C77-11A3D1317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424B1C-C912-9BFD-7B8E-D0A69767A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2802"/>
            <a:ext cx="12195175" cy="487239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A25C70B-7B9D-A1DF-2D33-7265F30FC15A}"/>
              </a:ext>
            </a:extLst>
          </p:cNvPr>
          <p:cNvSpPr/>
          <p:nvPr/>
        </p:nvSpPr>
        <p:spPr bwMode="gray">
          <a:xfrm>
            <a:off x="2575827" y="3831077"/>
            <a:ext cx="1795135" cy="838200"/>
          </a:xfrm>
          <a:prstGeom prst="rect">
            <a:avLst/>
          </a:prstGeom>
          <a:solidFill>
            <a:srgbClr val="FF6600">
              <a:alpha val="30196"/>
            </a:srgbClr>
          </a:solidFill>
          <a:ln w="25400" algn="ctr">
            <a:solidFill>
              <a:srgbClr val="FF0000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6FA1A8-3745-442B-58B2-69045FDA8E68}"/>
              </a:ext>
            </a:extLst>
          </p:cNvPr>
          <p:cNvSpPr/>
          <p:nvPr/>
        </p:nvSpPr>
        <p:spPr bwMode="gray">
          <a:xfrm>
            <a:off x="817123" y="129702"/>
            <a:ext cx="4403388" cy="265127"/>
          </a:xfrm>
          <a:prstGeom prst="rect">
            <a:avLst/>
          </a:prstGeom>
          <a:noFill/>
          <a:ln w="25400" algn="ctr">
            <a:solidFill>
              <a:schemeClr val="accent2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Demo</a:t>
            </a:r>
            <a:endParaRPr kumimoji="0" lang="en-DE" sz="1800" b="0" i="0" u="none" strike="noStrike" kern="0" cap="none" spc="0" normalizeH="0" baseline="0" noProof="0" dirty="0" err="1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58999B-4A41-5420-38B7-E99A33AAC2F4}"/>
              </a:ext>
            </a:extLst>
          </p:cNvPr>
          <p:cNvSpPr/>
          <p:nvPr/>
        </p:nvSpPr>
        <p:spPr bwMode="gray">
          <a:xfrm>
            <a:off x="7133616" y="129702"/>
            <a:ext cx="4403388" cy="265127"/>
          </a:xfrm>
          <a:prstGeom prst="rect">
            <a:avLst/>
          </a:prstGeom>
          <a:noFill/>
          <a:ln w="25400" algn="ctr">
            <a:solidFill>
              <a:schemeClr val="accent2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TechEd</a:t>
            </a:r>
            <a:endParaRPr kumimoji="0" lang="en-DE" sz="1800" b="0" i="0" u="none" strike="noStrike" kern="0" cap="none" spc="0" normalizeH="0" baseline="0" noProof="0" dirty="0" err="1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76509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17B59-69BE-C6AC-5DDF-46AC3ABAB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EF11F7-4B7E-C2AB-2982-553188FF7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 processes</a:t>
            </a:r>
            <a:endParaRPr lang="en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10C6F3-3768-54E3-76FD-0006DD5CF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5709"/>
            <a:ext cx="12195175" cy="48865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5066D4C-7846-F0BE-CB78-C5424810BE75}"/>
              </a:ext>
            </a:extLst>
          </p:cNvPr>
          <p:cNvSpPr/>
          <p:nvPr/>
        </p:nvSpPr>
        <p:spPr bwMode="gray">
          <a:xfrm>
            <a:off x="504001" y="3119336"/>
            <a:ext cx="5676305" cy="745787"/>
          </a:xfrm>
          <a:prstGeom prst="rect">
            <a:avLst/>
          </a:prstGeom>
          <a:noFill/>
          <a:ln w="25400" algn="ctr">
            <a:solidFill>
              <a:srgbClr val="FF0000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D12C48-BC98-1F22-78A3-92EA6D73AF81}"/>
              </a:ext>
            </a:extLst>
          </p:cNvPr>
          <p:cNvSpPr/>
          <p:nvPr/>
        </p:nvSpPr>
        <p:spPr bwMode="gray">
          <a:xfrm>
            <a:off x="6807526" y="3119336"/>
            <a:ext cx="5228832" cy="894945"/>
          </a:xfrm>
          <a:prstGeom prst="rect">
            <a:avLst/>
          </a:prstGeom>
          <a:noFill/>
          <a:ln w="25400" algn="ctr">
            <a:solidFill>
              <a:srgbClr val="FF0000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A66F62-5D3A-36B9-AACF-0AE7E48DA16F}"/>
              </a:ext>
            </a:extLst>
          </p:cNvPr>
          <p:cNvSpPr/>
          <p:nvPr/>
        </p:nvSpPr>
        <p:spPr bwMode="gray">
          <a:xfrm>
            <a:off x="817123" y="129702"/>
            <a:ext cx="4403388" cy="265127"/>
          </a:xfrm>
          <a:prstGeom prst="rect">
            <a:avLst/>
          </a:prstGeom>
          <a:noFill/>
          <a:ln w="25400" algn="ctr">
            <a:solidFill>
              <a:schemeClr val="accent2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Demo</a:t>
            </a:r>
            <a:endParaRPr kumimoji="0" lang="en-DE" sz="1800" b="0" i="0" u="none" strike="noStrike" kern="0" cap="none" spc="0" normalizeH="0" baseline="0" noProof="0" dirty="0" err="1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A6FE5C-4D82-877F-D7B7-57631DA80D40}"/>
              </a:ext>
            </a:extLst>
          </p:cNvPr>
          <p:cNvSpPr/>
          <p:nvPr/>
        </p:nvSpPr>
        <p:spPr bwMode="gray">
          <a:xfrm>
            <a:off x="7133616" y="129702"/>
            <a:ext cx="4403388" cy="265127"/>
          </a:xfrm>
          <a:prstGeom prst="rect">
            <a:avLst/>
          </a:prstGeom>
          <a:noFill/>
          <a:ln w="25400" algn="ctr">
            <a:solidFill>
              <a:schemeClr val="accent2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TechEd</a:t>
            </a:r>
            <a:endParaRPr kumimoji="0" lang="en-DE" sz="1800" b="0" i="0" u="none" strike="noStrike" kern="0" cap="none" spc="0" normalizeH="0" baseline="0" noProof="0" dirty="0" err="1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12166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11843-807F-B963-9784-DA5D0F21F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F0658C-1507-BBCB-6A9A-602240509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507" y="1472175"/>
            <a:ext cx="5543668" cy="45687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F737DA6-0232-A8E4-3E73-254C174F9BFB}"/>
              </a:ext>
            </a:extLst>
          </p:cNvPr>
          <p:cNvSpPr/>
          <p:nvPr/>
        </p:nvSpPr>
        <p:spPr bwMode="gray">
          <a:xfrm>
            <a:off x="7133616" y="129702"/>
            <a:ext cx="4403388" cy="265127"/>
          </a:xfrm>
          <a:prstGeom prst="rect">
            <a:avLst/>
          </a:prstGeom>
          <a:noFill/>
          <a:ln w="25400" algn="ctr">
            <a:solidFill>
              <a:schemeClr val="accent2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TechEd</a:t>
            </a:r>
            <a:endParaRPr kumimoji="0" lang="en-DE" sz="1800" b="0" i="0" u="none" strike="noStrike" kern="0" cap="none" spc="0" normalizeH="0" baseline="0" noProof="0" dirty="0" err="1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27946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DA828-307C-27A9-38AF-ECD6F5D28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56EAD5-9701-2CBC-7F41-AD36F8640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Processes for testing</a:t>
            </a:r>
            <a:endParaRPr lang="en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E41703-649D-0ECF-F4E0-2E91B8E59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2163"/>
            <a:ext cx="12195175" cy="489367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7E78D3-9D77-F2DB-CE37-DD00FDD28123}"/>
              </a:ext>
            </a:extLst>
          </p:cNvPr>
          <p:cNvSpPr/>
          <p:nvPr/>
        </p:nvSpPr>
        <p:spPr bwMode="gray">
          <a:xfrm>
            <a:off x="5350213" y="2399490"/>
            <a:ext cx="830093" cy="1465634"/>
          </a:xfrm>
          <a:prstGeom prst="rect">
            <a:avLst/>
          </a:prstGeom>
          <a:noFill/>
          <a:ln w="25400" algn="ctr">
            <a:solidFill>
              <a:srgbClr val="FF0000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919FB1-DF60-C3C7-59A0-CE666E120F64}"/>
              </a:ext>
            </a:extLst>
          </p:cNvPr>
          <p:cNvSpPr/>
          <p:nvPr/>
        </p:nvSpPr>
        <p:spPr bwMode="gray">
          <a:xfrm>
            <a:off x="11186808" y="2399490"/>
            <a:ext cx="830093" cy="1465634"/>
          </a:xfrm>
          <a:prstGeom prst="rect">
            <a:avLst/>
          </a:prstGeom>
          <a:noFill/>
          <a:ln w="25400" algn="ctr">
            <a:solidFill>
              <a:srgbClr val="FF0000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2FC42B-C7ED-DE80-F8F9-1ADEFEDA90BC}"/>
              </a:ext>
            </a:extLst>
          </p:cNvPr>
          <p:cNvSpPr/>
          <p:nvPr/>
        </p:nvSpPr>
        <p:spPr bwMode="gray">
          <a:xfrm>
            <a:off x="817123" y="129702"/>
            <a:ext cx="4403388" cy="265127"/>
          </a:xfrm>
          <a:prstGeom prst="rect">
            <a:avLst/>
          </a:prstGeom>
          <a:noFill/>
          <a:ln w="25400" algn="ctr">
            <a:solidFill>
              <a:schemeClr val="accent2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Demo</a:t>
            </a:r>
            <a:endParaRPr kumimoji="0" lang="en-DE" sz="1800" b="0" i="0" u="none" strike="noStrike" kern="0" cap="none" spc="0" normalizeH="0" baseline="0" noProof="0" dirty="0" err="1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21083C-D8DC-85B1-9293-0181AB41DC37}"/>
              </a:ext>
            </a:extLst>
          </p:cNvPr>
          <p:cNvSpPr/>
          <p:nvPr/>
        </p:nvSpPr>
        <p:spPr bwMode="gray">
          <a:xfrm>
            <a:off x="7133616" y="129702"/>
            <a:ext cx="4403388" cy="265127"/>
          </a:xfrm>
          <a:prstGeom prst="rect">
            <a:avLst/>
          </a:prstGeom>
          <a:noFill/>
          <a:ln w="25400" algn="ctr">
            <a:solidFill>
              <a:schemeClr val="accent2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TechEd</a:t>
            </a:r>
            <a:endParaRPr kumimoji="0" lang="en-DE" sz="1800" b="0" i="0" u="none" strike="noStrike" kern="0" cap="none" spc="0" normalizeH="0" baseline="0" noProof="0" dirty="0" err="1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25925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F3D91-751C-9551-D648-8CA3FA33C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Processes for Testing – BPMN diagram</a:t>
            </a:r>
            <a:endParaRPr lang="en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394E65-858F-E076-6A0D-BCB3B1D68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6348"/>
            <a:ext cx="12195175" cy="48653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EA53A44-329C-D242-9826-C7C189E8536E}"/>
              </a:ext>
            </a:extLst>
          </p:cNvPr>
          <p:cNvSpPr/>
          <p:nvPr/>
        </p:nvSpPr>
        <p:spPr bwMode="gray">
          <a:xfrm>
            <a:off x="817123" y="129702"/>
            <a:ext cx="4403388" cy="265127"/>
          </a:xfrm>
          <a:prstGeom prst="rect">
            <a:avLst/>
          </a:prstGeom>
          <a:noFill/>
          <a:ln w="25400" algn="ctr">
            <a:solidFill>
              <a:schemeClr val="accent2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Demo</a:t>
            </a:r>
            <a:endParaRPr kumimoji="0" lang="en-DE" sz="1800" b="0" i="0" u="none" strike="noStrike" kern="0" cap="none" spc="0" normalizeH="0" baseline="0" noProof="0" dirty="0" err="1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321F66-10F5-B53D-E81F-92DEF56D481E}"/>
              </a:ext>
            </a:extLst>
          </p:cNvPr>
          <p:cNvSpPr/>
          <p:nvPr/>
        </p:nvSpPr>
        <p:spPr bwMode="gray">
          <a:xfrm>
            <a:off x="7133616" y="129702"/>
            <a:ext cx="4403388" cy="265127"/>
          </a:xfrm>
          <a:prstGeom prst="rect">
            <a:avLst/>
          </a:prstGeom>
          <a:noFill/>
          <a:ln w="25400" algn="ctr">
            <a:solidFill>
              <a:schemeClr val="accent2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TechEd</a:t>
            </a:r>
            <a:endParaRPr kumimoji="0" lang="en-DE" sz="1800" b="0" i="0" u="none" strike="noStrike" kern="0" cap="none" spc="0" normalizeH="0" baseline="0" noProof="0" dirty="0" err="1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00257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70723-6240-BA19-C665-62962D64B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B73605-0748-10A2-364A-B6EC199C4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 Documentation Documents – Header information</a:t>
            </a:r>
            <a:endParaRPr lang="en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B1363C-A75D-A46C-4569-4320C4C41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3440"/>
            <a:ext cx="12195175" cy="485111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EEC058A-1C92-B126-75EB-04B147C1B0C7}"/>
              </a:ext>
            </a:extLst>
          </p:cNvPr>
          <p:cNvSpPr/>
          <p:nvPr/>
        </p:nvSpPr>
        <p:spPr bwMode="gray">
          <a:xfrm>
            <a:off x="817123" y="129702"/>
            <a:ext cx="4403388" cy="265127"/>
          </a:xfrm>
          <a:prstGeom prst="rect">
            <a:avLst/>
          </a:prstGeom>
          <a:noFill/>
          <a:ln w="25400" algn="ctr">
            <a:solidFill>
              <a:schemeClr val="accent2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Demo</a:t>
            </a:r>
            <a:endParaRPr kumimoji="0" lang="en-DE" sz="1800" b="0" i="0" u="none" strike="noStrike" kern="0" cap="none" spc="0" normalizeH="0" baseline="0" noProof="0" dirty="0" err="1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BE20D4-4CA3-1D35-DA04-E003597756AD}"/>
              </a:ext>
            </a:extLst>
          </p:cNvPr>
          <p:cNvSpPr/>
          <p:nvPr/>
        </p:nvSpPr>
        <p:spPr bwMode="gray">
          <a:xfrm>
            <a:off x="7133616" y="129702"/>
            <a:ext cx="4403388" cy="265127"/>
          </a:xfrm>
          <a:prstGeom prst="rect">
            <a:avLst/>
          </a:prstGeom>
          <a:noFill/>
          <a:ln w="25400" algn="ctr">
            <a:solidFill>
              <a:schemeClr val="accent2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TechEd</a:t>
            </a:r>
            <a:endParaRPr kumimoji="0" lang="en-DE" sz="1800" b="0" i="0" u="none" strike="noStrike" kern="0" cap="none" spc="0" normalizeH="0" baseline="0" noProof="0" dirty="0" err="1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3157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013D2-E0B7-0E20-D12C-05357042E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880EB0-77E6-6457-7C78-EF0CD4D38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 Documentation Documents - Relations</a:t>
            </a:r>
            <a:endParaRPr lang="en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AC9C0E-10F7-B027-8E50-D3B2FA0BF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5213"/>
            <a:ext cx="12195175" cy="484757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7ECA6D9-011E-9650-46B5-D9C09F8AF7B2}"/>
              </a:ext>
            </a:extLst>
          </p:cNvPr>
          <p:cNvSpPr/>
          <p:nvPr/>
        </p:nvSpPr>
        <p:spPr bwMode="gray">
          <a:xfrm>
            <a:off x="817123" y="129702"/>
            <a:ext cx="4403388" cy="265127"/>
          </a:xfrm>
          <a:prstGeom prst="rect">
            <a:avLst/>
          </a:prstGeom>
          <a:noFill/>
          <a:ln w="25400" algn="ctr">
            <a:solidFill>
              <a:schemeClr val="accent2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Demo</a:t>
            </a:r>
            <a:endParaRPr kumimoji="0" lang="en-DE" sz="1800" b="0" i="0" u="none" strike="noStrike" kern="0" cap="none" spc="0" normalizeH="0" baseline="0" noProof="0" dirty="0" err="1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529CC2-DDA5-E68E-9A46-9F8CBED89B37}"/>
              </a:ext>
            </a:extLst>
          </p:cNvPr>
          <p:cNvSpPr/>
          <p:nvPr/>
        </p:nvSpPr>
        <p:spPr bwMode="gray">
          <a:xfrm>
            <a:off x="7133616" y="129702"/>
            <a:ext cx="4403388" cy="265127"/>
          </a:xfrm>
          <a:prstGeom prst="rect">
            <a:avLst/>
          </a:prstGeom>
          <a:noFill/>
          <a:ln w="25400" algn="ctr">
            <a:solidFill>
              <a:schemeClr val="accent2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TechEd</a:t>
            </a:r>
            <a:endParaRPr kumimoji="0" lang="en-DE" sz="1800" b="0" i="0" u="none" strike="noStrike" kern="0" cap="none" spc="0" normalizeH="0" baseline="0" noProof="0" dirty="0" err="1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21255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DDCD4-A8E5-BBAA-2B7B-DA9437555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DD671D-4A20-616F-0951-379F1CA56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 docs – header data</a:t>
            </a:r>
            <a:endParaRPr lang="en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3DF536-28E2-6690-EFFA-671C15B5C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7482"/>
            <a:ext cx="12195175" cy="488303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54A3AE9-C1C5-02CB-C2A2-08D47A7FDCC0}"/>
              </a:ext>
            </a:extLst>
          </p:cNvPr>
          <p:cNvSpPr/>
          <p:nvPr/>
        </p:nvSpPr>
        <p:spPr bwMode="gray">
          <a:xfrm>
            <a:off x="817123" y="129702"/>
            <a:ext cx="4403388" cy="265127"/>
          </a:xfrm>
          <a:prstGeom prst="rect">
            <a:avLst/>
          </a:prstGeom>
          <a:noFill/>
          <a:ln w="25400" algn="ctr">
            <a:solidFill>
              <a:schemeClr val="accent2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Demo</a:t>
            </a:r>
            <a:endParaRPr kumimoji="0" lang="en-DE" sz="1800" b="0" i="0" u="none" strike="noStrike" kern="0" cap="none" spc="0" normalizeH="0" baseline="0" noProof="0" dirty="0" err="1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1EAAC4-92D5-A840-74C6-28066DDFEEF0}"/>
              </a:ext>
            </a:extLst>
          </p:cNvPr>
          <p:cNvSpPr/>
          <p:nvPr/>
        </p:nvSpPr>
        <p:spPr bwMode="gray">
          <a:xfrm>
            <a:off x="7133616" y="129702"/>
            <a:ext cx="4403388" cy="265127"/>
          </a:xfrm>
          <a:prstGeom prst="rect">
            <a:avLst/>
          </a:prstGeom>
          <a:noFill/>
          <a:ln w="25400" algn="ctr">
            <a:solidFill>
              <a:schemeClr val="accent2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TechEd</a:t>
            </a:r>
            <a:endParaRPr kumimoji="0" lang="en-DE" sz="1800" b="0" i="0" u="none" strike="noStrike" kern="0" cap="none" spc="0" normalizeH="0" baseline="0" noProof="0" dirty="0" err="1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18850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A61E3-A7B5-DCB2-6126-228504E3E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C93C55-8065-47FC-29E5-7A88A2472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doc - relations</a:t>
            </a:r>
            <a:endParaRPr lang="en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DF7044-663E-A34C-AD80-2A4C45FEB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936"/>
            <a:ext cx="12195175" cy="489012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78916DF-11ED-2CD7-0EE9-45A65833D3BE}"/>
              </a:ext>
            </a:extLst>
          </p:cNvPr>
          <p:cNvSpPr/>
          <p:nvPr/>
        </p:nvSpPr>
        <p:spPr bwMode="gray">
          <a:xfrm>
            <a:off x="817123" y="129702"/>
            <a:ext cx="4403388" cy="265127"/>
          </a:xfrm>
          <a:prstGeom prst="rect">
            <a:avLst/>
          </a:prstGeom>
          <a:noFill/>
          <a:ln w="25400" algn="ctr">
            <a:solidFill>
              <a:schemeClr val="accent2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Demo</a:t>
            </a:r>
            <a:endParaRPr kumimoji="0" lang="en-DE" sz="1800" b="0" i="0" u="none" strike="noStrike" kern="0" cap="none" spc="0" normalizeH="0" baseline="0" noProof="0" dirty="0" err="1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5E1662-18CC-FD5B-8F6E-8B46EFA79386}"/>
              </a:ext>
            </a:extLst>
          </p:cNvPr>
          <p:cNvSpPr/>
          <p:nvPr/>
        </p:nvSpPr>
        <p:spPr bwMode="gray">
          <a:xfrm>
            <a:off x="7133616" y="129702"/>
            <a:ext cx="4403388" cy="265127"/>
          </a:xfrm>
          <a:prstGeom prst="rect">
            <a:avLst/>
          </a:prstGeom>
          <a:noFill/>
          <a:ln w="25400" algn="ctr">
            <a:solidFill>
              <a:schemeClr val="accent2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TechEd</a:t>
            </a:r>
            <a:endParaRPr kumimoji="0" lang="en-DE" sz="1800" b="0" i="0" u="none" strike="noStrike" kern="0" cap="none" spc="0" normalizeH="0" baseline="0" noProof="0" dirty="0" err="1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7146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C60E7-E8BD-CE38-1915-C38FD917B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E60C64-9E88-B1A9-5718-36A7570EF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– related user stories</a:t>
            </a:r>
            <a:endParaRPr lang="en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7ABF7B-7DD8-F00D-6D2A-8BA95F5D8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4575"/>
            <a:ext cx="12195175" cy="4868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CBBDB2D-5523-7CF4-2C04-B4A3BCF81D2E}"/>
              </a:ext>
            </a:extLst>
          </p:cNvPr>
          <p:cNvSpPr/>
          <p:nvPr/>
        </p:nvSpPr>
        <p:spPr bwMode="gray">
          <a:xfrm>
            <a:off x="817123" y="129702"/>
            <a:ext cx="4403388" cy="265127"/>
          </a:xfrm>
          <a:prstGeom prst="rect">
            <a:avLst/>
          </a:prstGeom>
          <a:noFill/>
          <a:ln w="25400" algn="ctr">
            <a:solidFill>
              <a:schemeClr val="accent2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Demo</a:t>
            </a:r>
            <a:endParaRPr kumimoji="0" lang="en-DE" sz="1800" b="0" i="0" u="none" strike="noStrike" kern="0" cap="none" spc="0" normalizeH="0" baseline="0" noProof="0" dirty="0" err="1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C6CF4E-461D-0516-637D-35DE6E58DBDC}"/>
              </a:ext>
            </a:extLst>
          </p:cNvPr>
          <p:cNvSpPr/>
          <p:nvPr/>
        </p:nvSpPr>
        <p:spPr bwMode="gray">
          <a:xfrm>
            <a:off x="7133616" y="129702"/>
            <a:ext cx="4403388" cy="265127"/>
          </a:xfrm>
          <a:prstGeom prst="rect">
            <a:avLst/>
          </a:prstGeom>
          <a:noFill/>
          <a:ln w="25400" algn="ctr">
            <a:solidFill>
              <a:schemeClr val="accent2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TechEd</a:t>
            </a:r>
            <a:endParaRPr kumimoji="0" lang="en-DE" sz="1800" b="0" i="0" u="none" strike="noStrike" kern="0" cap="none" spc="0" normalizeH="0" baseline="0" noProof="0" dirty="0" err="1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29105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0CB88-3973-BF60-06B7-F91901434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87145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3D3BA-C9F9-4E1E-7382-87AC3904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504000"/>
            <a:ext cx="11186476" cy="738664"/>
          </a:xfrm>
        </p:spPr>
        <p:txBody>
          <a:bodyPr/>
          <a:lstStyle/>
          <a:p>
            <a:r>
              <a:rPr lang="de-DE" dirty="0"/>
              <a:t>Feature </a:t>
            </a:r>
            <a:r>
              <a:rPr lang="de-DE" dirty="0" err="1"/>
              <a:t>activation</a:t>
            </a:r>
            <a:r>
              <a:rPr lang="de-DE" dirty="0"/>
              <a:t> in CALM </a:t>
            </a:r>
            <a:r>
              <a:rPr lang="de-DE" dirty="0" err="1"/>
              <a:t>tenant</a:t>
            </a:r>
            <a:r>
              <a:rPr lang="de-DE" dirty="0"/>
              <a:t>: </a:t>
            </a:r>
            <a:br>
              <a:rPr lang="de-DE" dirty="0"/>
            </a:br>
            <a:r>
              <a:rPr lang="de-DE" dirty="0"/>
              <a:t>1. </a:t>
            </a:r>
            <a:r>
              <a:rPr lang="de-DE" dirty="0" err="1"/>
              <a:t>Get</a:t>
            </a:r>
            <a:r>
              <a:rPr lang="de-DE" dirty="0"/>
              <a:t> Feature ID from Jarvis (</a:t>
            </a:r>
            <a:r>
              <a:rPr lang="de-DE" dirty="0" err="1"/>
              <a:t>look</a:t>
            </a:r>
            <a:r>
              <a:rPr lang="de-DE" dirty="0"/>
              <a:t> </a:t>
            </a:r>
            <a:r>
              <a:rPr lang="de-DE" dirty="0" err="1"/>
              <a:t>up</a:t>
            </a:r>
            <a:r>
              <a:rPr lang="de-DE" dirty="0"/>
              <a:t> by </a:t>
            </a:r>
            <a:r>
              <a:rPr lang="de-DE" dirty="0" err="1"/>
              <a:t>exact</a:t>
            </a:r>
            <a:r>
              <a:rPr lang="de-DE" dirty="0"/>
              <a:t> </a:t>
            </a:r>
            <a:r>
              <a:rPr lang="de-DE" dirty="0" err="1"/>
              <a:t>name</a:t>
            </a:r>
            <a:r>
              <a:rPr lang="de-DE" dirty="0"/>
              <a:t>) </a:t>
            </a:r>
            <a:endParaRPr lang="en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EE5AD7-BE05-9B80-2E5F-7EFC20B9A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1" y="1353712"/>
            <a:ext cx="8599358" cy="481784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47573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8AA25-94C1-4233-7960-C2D9AA110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504000"/>
            <a:ext cx="11186476" cy="738664"/>
          </a:xfrm>
        </p:spPr>
        <p:txBody>
          <a:bodyPr/>
          <a:lstStyle/>
          <a:p>
            <a:r>
              <a:rPr lang="de-DE" dirty="0"/>
              <a:t>2. Request to </a:t>
            </a:r>
            <a:r>
              <a:rPr lang="de-DE" dirty="0" err="1"/>
              <a:t>activate</a:t>
            </a:r>
            <a:r>
              <a:rPr lang="de-DE" dirty="0"/>
              <a:t> AI feature in </a:t>
            </a:r>
            <a:r>
              <a:rPr lang="de-DE" dirty="0">
                <a:hlinkClick r:id="rId2"/>
              </a:rPr>
              <a:t>https://github.tools.sap/CALMBuild/cfg-ai-srv/issues/962</a:t>
            </a:r>
            <a:r>
              <a:rPr lang="de-DE" dirty="0"/>
              <a:t> </a:t>
            </a:r>
            <a:endParaRPr lang="en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FE53C2-B9DD-5FEB-BADF-999E2EF98E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215" t="5138" r="25222" b="74822"/>
          <a:stretch>
            <a:fillRect/>
          </a:stretch>
        </p:blipFill>
        <p:spPr>
          <a:xfrm>
            <a:off x="7930185" y="2616318"/>
            <a:ext cx="3635739" cy="126038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14E442-F1FA-09F6-5950-AD22A6B146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774" y="1501345"/>
            <a:ext cx="7290486" cy="401169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EAC291-8ACB-48C4-C54C-360D2725120F}"/>
              </a:ext>
            </a:extLst>
          </p:cNvPr>
          <p:cNvSpPr txBox="1"/>
          <p:nvPr/>
        </p:nvSpPr>
        <p:spPr>
          <a:xfrm>
            <a:off x="7843452" y="1501345"/>
            <a:ext cx="37224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>
                <a:hlinkClick r:id="rId5"/>
              </a:rPr>
              <a:t>https://github.tools.sap/CALMBuild/cfg-ai-srv/issues/952</a:t>
            </a:r>
            <a:endParaRPr lang="en-DE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900367-7CD2-448C-7BEA-57DE43514B41}"/>
              </a:ext>
            </a:extLst>
          </p:cNvPr>
          <p:cNvSpPr txBox="1"/>
          <p:nvPr/>
        </p:nvSpPr>
        <p:spPr>
          <a:xfrm>
            <a:off x="319088" y="5653986"/>
            <a:ext cx="82851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/>
              <a:t>Jarvis: </a:t>
            </a:r>
            <a:r>
              <a:rPr lang="en-DE" sz="1600" dirty="0">
                <a:hlinkClick r:id="rId6"/>
              </a:rPr>
              <a:t>https://launcher.value-experience-hub.for.sap/experiences/jarvis/groups/list-views/pages/ai-feature-list?selecttab=allfeature</a:t>
            </a:r>
            <a:r>
              <a:rPr lang="de-DE" sz="1600" dirty="0"/>
              <a:t> </a:t>
            </a:r>
            <a:endParaRPr lang="en-DE" sz="1600" dirty="0"/>
          </a:p>
        </p:txBody>
      </p:sp>
    </p:spTree>
    <p:extLst>
      <p:ext uri="{BB962C8B-B14F-4D97-AF65-F5344CB8AC3E}">
        <p14:creationId xmlns:p14="http://schemas.microsoft.com/office/powerpoint/2010/main" val="4162253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4EE9B-F2E7-E772-FA57-8F43DDA07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504000"/>
            <a:ext cx="11186476" cy="1107996"/>
          </a:xfrm>
        </p:spPr>
        <p:txBody>
          <a:bodyPr/>
          <a:lstStyle/>
          <a:p>
            <a:r>
              <a:rPr lang="de-DE" dirty="0"/>
              <a:t>AI-</a:t>
            </a:r>
            <a:r>
              <a:rPr lang="de-DE" dirty="0" err="1"/>
              <a:t>assisted</a:t>
            </a:r>
            <a:r>
              <a:rPr lang="de-DE" dirty="0"/>
              <a:t> </a:t>
            </a:r>
            <a:r>
              <a:rPr lang="de-DE" dirty="0" err="1"/>
              <a:t>requriement</a:t>
            </a:r>
            <a:r>
              <a:rPr lang="de-DE" dirty="0"/>
              <a:t> </a:t>
            </a:r>
            <a:r>
              <a:rPr lang="de-DE" dirty="0" err="1"/>
              <a:t>generation</a:t>
            </a:r>
            <a:br>
              <a:rPr lang="de-DE" dirty="0"/>
            </a:br>
            <a:r>
              <a:rPr lang="de-DE" dirty="0">
                <a:hlinkClick r:id="rId2"/>
              </a:rPr>
              <a:t>https://help.sap.com/docs/cloud-alm/applicationhelp/ai-assisted-requirement-generation?q=requirement+generation</a:t>
            </a:r>
            <a:r>
              <a:rPr lang="de-DE" dirty="0"/>
              <a:t> </a:t>
            </a:r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E703CC-AEC2-C444-4081-8A75A545A83F}"/>
              </a:ext>
            </a:extLst>
          </p:cNvPr>
          <p:cNvSpPr txBox="1"/>
          <p:nvPr/>
        </p:nvSpPr>
        <p:spPr>
          <a:xfrm>
            <a:off x="373810" y="1742486"/>
            <a:ext cx="697948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DE" sz="1100" b="1" i="0" dirty="0">
                <a:solidFill>
                  <a:schemeClr val="tx1"/>
                </a:solidFill>
                <a:effectLst/>
                <a:latin typeface="Arial"/>
              </a:rPr>
              <a:t>AI-Assisted Requirement Generation</a:t>
            </a:r>
          </a:p>
          <a:p>
            <a:pPr indent="0" algn="l">
              <a:buNone/>
            </a:pP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Highlighting results for "requirement generation"</a:t>
            </a:r>
          </a:p>
          <a:p>
            <a:pPr indent="0" algn="l">
              <a:buNone/>
            </a:pPr>
            <a:r>
              <a:rPr lang="en-DE" sz="1100" b="1" i="0" dirty="0">
                <a:solidFill>
                  <a:schemeClr val="tx1"/>
                </a:solidFill>
                <a:effectLst/>
                <a:latin typeface="Arial"/>
              </a:rPr>
              <a:t>Creation of AI-Generated Requirements</a:t>
            </a:r>
          </a:p>
          <a:p>
            <a:pPr indent="0" algn="l">
              <a:buNone/>
            </a:pP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You can use AI-generated requirements in your project. The AI-assisted generation of requirements supports the user in generating requirements based on transcripts and other documentation coming from Fit-to-Standard workshops. You can also include texts from </a:t>
            </a: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  <a:hlinkClick r:id="rId3" tooltip="https://help.sap.com/docs/cloud-alm"/>
              </a:rPr>
              <a:t>SAP Cloud ALM - Help Portal</a:t>
            </a: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 during the creation. The texts you provided are passed on to the AI model which generates a corresponding requirement text.</a:t>
            </a:r>
          </a:p>
          <a:p>
            <a:pPr indent="0" algn="l">
              <a:buNone/>
            </a:pP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For further information, see </a:t>
            </a: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  <a:hlinkClick r:id="rId4" tooltip="https://discovery-center.cloud.sap/ai-feature/e5701d25-2615-49ad-acf3-4f2a6363a206/"/>
              </a:rPr>
              <a:t>SAP Discovery Center</a:t>
            </a: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.</a:t>
            </a:r>
          </a:p>
          <a:p>
            <a:pPr indent="0" algn="l">
              <a:buNone/>
            </a:pPr>
            <a:r>
              <a:rPr lang="en-DE" sz="1100" b="1" i="0" dirty="0">
                <a:solidFill>
                  <a:schemeClr val="tx1"/>
                </a:solidFill>
                <a:effectLst/>
                <a:latin typeface="Arial"/>
              </a:rPr>
              <a:t>Prerequisites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You have created a document in the </a:t>
            </a:r>
            <a:r>
              <a:rPr lang="en-DE" sz="1100" b="1" i="0" dirty="0">
                <a:solidFill>
                  <a:schemeClr val="tx1"/>
                </a:solidFill>
                <a:effectLst/>
                <a:latin typeface="Arial"/>
              </a:rPr>
              <a:t>Documents</a:t>
            </a: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 app containing the Fit-to-Standard workshop transcript.</a:t>
            </a:r>
          </a:p>
          <a:p>
            <a:pPr indent="0" algn="l">
              <a:buNone/>
            </a:pPr>
            <a:r>
              <a:rPr lang="en-DE" sz="1100" b="1" i="0" dirty="0">
                <a:solidFill>
                  <a:schemeClr val="tx1"/>
                </a:solidFill>
                <a:effectLst/>
                <a:latin typeface="Arial"/>
              </a:rPr>
              <a:t>Procedure</a:t>
            </a:r>
          </a:p>
          <a:p>
            <a:pPr indent="0" algn="l">
              <a:buNone/>
            </a:pP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The following steps have to be completed for every AI-assisted requirement.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Click </a:t>
            </a:r>
            <a:r>
              <a:rPr lang="en-DE" sz="1100" b="1" i="0" dirty="0">
                <a:effectLst/>
                <a:latin typeface="Arial"/>
              </a:rPr>
              <a:t>Create</a:t>
            </a:r>
            <a:r>
              <a:rPr lang="de-DE" sz="1100" b="1" i="0" dirty="0">
                <a:effectLst/>
                <a:latin typeface="Arial"/>
              </a:rPr>
              <a:t> </a:t>
            </a:r>
            <a:r>
              <a:rPr lang="de-DE" sz="1100" b="1" i="0" dirty="0">
                <a:effectLst/>
                <a:latin typeface="Arial"/>
                <a:sym typeface="Wingdings" panose="05000000000000000000" pitchFamily="2" charset="2"/>
              </a:rPr>
              <a:t></a:t>
            </a:r>
            <a:r>
              <a:rPr lang="en-DE" sz="1100" b="1" i="0" dirty="0">
                <a:effectLst/>
                <a:latin typeface="Arial"/>
              </a:rPr>
              <a:t> Requirement </a:t>
            </a:r>
            <a:r>
              <a:rPr lang="de-DE" sz="1100" b="1" i="0" dirty="0">
                <a:effectLst/>
                <a:latin typeface="Arial"/>
                <a:sym typeface="Wingdings" panose="05000000000000000000" pitchFamily="2" charset="2"/>
              </a:rPr>
              <a:t></a:t>
            </a:r>
            <a:r>
              <a:rPr lang="en-DE" sz="1100" b="1" i="0" dirty="0">
                <a:effectLst/>
                <a:latin typeface="Arial"/>
              </a:rPr>
              <a:t> Generate</a:t>
            </a:r>
            <a:endParaRPr lang="en-DE" sz="1100" b="0" i="0" dirty="0">
              <a:effectLst/>
              <a:latin typeface="Arial"/>
            </a:endParaRPr>
          </a:p>
          <a:p>
            <a:pPr marL="342900" lvl="0" indent="-342900" algn="l">
              <a:buFont typeface="+mj-lt"/>
              <a:buAutoNum type="arabicPeriod"/>
            </a:pP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Enter a title</a:t>
            </a:r>
            <a:r>
              <a:rPr lang="de-DE" sz="1100" b="0" i="0" dirty="0">
                <a:solidFill>
                  <a:schemeClr val="tx1"/>
                </a:solidFill>
                <a:effectLst/>
                <a:latin typeface="Arial"/>
              </a:rPr>
              <a:t> (</a:t>
            </a: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clear and logical</a:t>
            </a:r>
            <a:r>
              <a:rPr lang="de-DE" sz="1100" b="0" i="0" dirty="0">
                <a:solidFill>
                  <a:schemeClr val="tx1"/>
                </a:solidFill>
                <a:effectLst/>
                <a:latin typeface="Arial"/>
              </a:rPr>
              <a:t>: </a:t>
            </a:r>
            <a:r>
              <a:rPr lang="de-DE" sz="1100" b="0" i="0" dirty="0" err="1">
                <a:solidFill>
                  <a:schemeClr val="tx1"/>
                </a:solidFill>
                <a:effectLst/>
                <a:latin typeface="Arial"/>
              </a:rPr>
              <a:t>gets</a:t>
            </a:r>
            <a:r>
              <a:rPr lang="de-DE" sz="1100" b="0" i="0" dirty="0">
                <a:solidFill>
                  <a:schemeClr val="tx1"/>
                </a:solidFill>
                <a:effectLst/>
                <a:latin typeface="Arial"/>
              </a:rPr>
              <a:t> </a:t>
            </a: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incorporated in the AI prompt </a:t>
            </a:r>
            <a:r>
              <a:rPr lang="de-DE" sz="1100" b="0" i="0" dirty="0">
                <a:solidFill>
                  <a:schemeClr val="tx1"/>
                </a:solidFill>
                <a:effectLst/>
                <a:latin typeface="Arial"/>
              </a:rPr>
              <a:t>to </a:t>
            </a: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assist AI identifying relevant data</a:t>
            </a:r>
            <a:r>
              <a:rPr lang="de-DE" sz="1100" b="0" i="0" dirty="0">
                <a:solidFill>
                  <a:schemeClr val="tx1"/>
                </a:solidFill>
                <a:effectLst/>
                <a:latin typeface="Arial"/>
              </a:rPr>
              <a:t>)</a:t>
            </a: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.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If available, choose a </a:t>
            </a:r>
            <a:r>
              <a:rPr lang="en-DE" sz="1100" b="1" i="0" dirty="0">
                <a:solidFill>
                  <a:schemeClr val="tx1"/>
                </a:solidFill>
                <a:effectLst/>
                <a:latin typeface="Arial"/>
              </a:rPr>
              <a:t>Requirement Template</a:t>
            </a: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.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Choose a </a:t>
            </a:r>
            <a:r>
              <a:rPr lang="en-DE" sz="1100" b="1" i="0" dirty="0">
                <a:solidFill>
                  <a:schemeClr val="tx1"/>
                </a:solidFill>
                <a:effectLst/>
                <a:latin typeface="Arial"/>
              </a:rPr>
              <a:t>Scope</a:t>
            </a: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.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Choose the related </a:t>
            </a:r>
            <a:r>
              <a:rPr lang="en-DE" sz="1100" b="1" i="0" dirty="0">
                <a:solidFill>
                  <a:schemeClr val="tx1"/>
                </a:solidFill>
                <a:effectLst/>
                <a:latin typeface="Arial"/>
              </a:rPr>
              <a:t>Solution Process</a:t>
            </a: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.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Choose relevant </a:t>
            </a:r>
            <a:r>
              <a:rPr lang="en-DE" sz="1100" b="1" i="0" dirty="0">
                <a:solidFill>
                  <a:schemeClr val="tx1"/>
                </a:solidFill>
                <a:effectLst/>
                <a:latin typeface="Arial"/>
              </a:rPr>
              <a:t>Documents</a:t>
            </a: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, such as transcripts, process documentation, and meeting minutes. Include the Fit-to-Standard workshop transcript. Make sure to remove any inappropriate or unnecessary text.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If needed, </a:t>
            </a:r>
            <a:r>
              <a:rPr lang="en-DE" sz="1100" b="1" i="0" dirty="0">
                <a:solidFill>
                  <a:schemeClr val="tx1"/>
                </a:solidFill>
                <a:effectLst/>
                <a:latin typeface="Arial"/>
              </a:rPr>
              <a:t>Include SAP Help Documentation</a:t>
            </a: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.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Click </a:t>
            </a:r>
            <a:r>
              <a:rPr lang="en-DE" sz="1100" b="1" i="0" dirty="0">
                <a:solidFill>
                  <a:schemeClr val="tx1"/>
                </a:solidFill>
                <a:effectLst/>
                <a:latin typeface="Arial"/>
              </a:rPr>
              <a:t>Generate</a:t>
            </a: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 to start the requirement generation. You can also </a:t>
            </a:r>
            <a:r>
              <a:rPr lang="en-DE" sz="1100" b="1" i="0" dirty="0">
                <a:solidFill>
                  <a:schemeClr val="tx1"/>
                </a:solidFill>
                <a:effectLst/>
                <a:latin typeface="Arial"/>
              </a:rPr>
              <a:t>Cancel</a:t>
            </a: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 the requirement generation.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Review and adjust the generated content. Edit or delete any inappropriate or unnecessary data. You can also discard the requirement without saving.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DE" sz="1100" b="1" i="0" dirty="0">
                <a:solidFill>
                  <a:schemeClr val="tx1"/>
                </a:solidFill>
                <a:effectLst/>
                <a:latin typeface="Arial"/>
              </a:rPr>
              <a:t>Save</a:t>
            </a: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 the requirement.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en-DE" sz="1100" b="0" i="0" dirty="0">
                <a:solidFill>
                  <a:schemeClr val="tx1"/>
                </a:solidFill>
                <a:effectLst/>
                <a:latin typeface="Arial"/>
              </a:rPr>
              <a:t>The AI-generated text can still be edited after saving.</a:t>
            </a:r>
            <a:endParaRPr lang="en-DE" sz="1100" b="0" i="0" dirty="0">
              <a:solidFill>
                <a:srgbClr val="223548"/>
              </a:solidFill>
              <a:effectLst/>
              <a:latin typeface="72" panose="020B0503030000000003" pitchFamily="34" charset="0"/>
            </a:endParaRPr>
          </a:p>
        </p:txBody>
      </p:sp>
      <p:pic>
        <p:nvPicPr>
          <p:cNvPr id="5" name="Picture 4" descr="Information published on SAP site">
            <a:hlinkClick r:id="rId4" tooltip="https://discovery-center.cloud.sap/ai-feature/e5701d25-2615-49ad-acf3-4f2a6363a206/"/>
            <a:extLst>
              <a:ext uri="{FF2B5EF4-FFF2-40B4-BE49-F238E27FC236}">
                <a16:creationId xmlns:a16="http://schemas.microsoft.com/office/drawing/2014/main" id="{2A55F5E3-3E05-7354-7971-3DF40E8305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1869" y="3381381"/>
            <a:ext cx="152381" cy="95238"/>
          </a:xfrm>
          <a:prstGeom prst="rect">
            <a:avLst/>
          </a:prstGeom>
        </p:spPr>
      </p:pic>
      <p:pic>
        <p:nvPicPr>
          <p:cNvPr id="6" name="Picture 5" descr="Information published on SAP site">
            <a:hlinkClick r:id="rId6" tooltip="https://me.sap.com/loading"/>
            <a:extLst>
              <a:ext uri="{FF2B5EF4-FFF2-40B4-BE49-F238E27FC236}">
                <a16:creationId xmlns:a16="http://schemas.microsoft.com/office/drawing/2014/main" id="{0EF9636C-C932-1A2E-6CA6-FE81A8D35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1869" y="3531381"/>
            <a:ext cx="152381" cy="952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DE0F2C-AA68-869A-39F5-E9FE841298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4516" y="1802932"/>
            <a:ext cx="4376848" cy="18236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3540DC-A054-A9B1-3CDA-90C97C1BD2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5995" y="3817555"/>
            <a:ext cx="4375369" cy="246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950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DC119-1DF1-9941-CDC6-DD0058E00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creation</a:t>
            </a:r>
            <a:r>
              <a:rPr lang="de-DE" dirty="0"/>
              <a:t> (Automation)</a:t>
            </a:r>
            <a:endParaRPr lang="en-DE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4A3C680-69FF-723F-5823-FD294CC33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557690"/>
              </p:ext>
            </p:extLst>
          </p:nvPr>
        </p:nvGraphicFramePr>
        <p:xfrm>
          <a:off x="6724650" y="1463276"/>
          <a:ext cx="4896416" cy="298948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18960">
                  <a:extLst>
                    <a:ext uri="{9D8B030D-6E8A-4147-A177-3AD203B41FA5}">
                      <a16:colId xmlns:a16="http://schemas.microsoft.com/office/drawing/2014/main" val="3835594044"/>
                    </a:ext>
                  </a:extLst>
                </a:gridCol>
                <a:gridCol w="1545348">
                  <a:extLst>
                    <a:ext uri="{9D8B030D-6E8A-4147-A177-3AD203B41FA5}">
                      <a16:colId xmlns:a16="http://schemas.microsoft.com/office/drawing/2014/main" val="3082962771"/>
                    </a:ext>
                  </a:extLst>
                </a:gridCol>
                <a:gridCol w="908004">
                  <a:extLst>
                    <a:ext uri="{9D8B030D-6E8A-4147-A177-3AD203B41FA5}">
                      <a16:colId xmlns:a16="http://schemas.microsoft.com/office/drawing/2014/main" val="4079921553"/>
                    </a:ext>
                  </a:extLst>
                </a:gridCol>
                <a:gridCol w="1224104">
                  <a:extLst>
                    <a:ext uri="{9D8B030D-6E8A-4147-A177-3AD203B41FA5}">
                      <a16:colId xmlns:a16="http://schemas.microsoft.com/office/drawing/2014/main" val="4010524144"/>
                    </a:ext>
                  </a:extLst>
                </a:gridCol>
              </a:tblGrid>
              <a:tr h="426098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DE" sz="1200" dirty="0">
                          <a:effectLst/>
                        </a:rPr>
                        <a:t>API</a:t>
                      </a:r>
                      <a:endParaRPr lang="en-DE" sz="1200" b="1" dirty="0">
                        <a:solidFill>
                          <a:srgbClr val="131E29"/>
                        </a:solidFill>
                        <a:effectLst/>
                      </a:endParaRPr>
                    </a:p>
                  </a:txBody>
                  <a:tcPr marL="58772" marR="58772" marT="58772" marB="58772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DE" sz="1200">
                          <a:effectLst/>
                        </a:rPr>
                        <a:t>ID</a:t>
                      </a:r>
                      <a:endParaRPr lang="en-DE" sz="1200" b="1">
                        <a:solidFill>
                          <a:srgbClr val="131E29"/>
                        </a:solidFill>
                        <a:effectLst/>
                      </a:endParaRPr>
                    </a:p>
                  </a:txBody>
                  <a:tcPr marL="58772" marR="58772" marT="58772" marB="58772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DE" sz="1200">
                          <a:effectLst/>
                        </a:rPr>
                        <a:t>Type</a:t>
                      </a:r>
                      <a:endParaRPr lang="en-DE" sz="1200" b="1">
                        <a:solidFill>
                          <a:srgbClr val="131E29"/>
                        </a:solidFill>
                        <a:effectLst/>
                      </a:endParaRPr>
                    </a:p>
                  </a:txBody>
                  <a:tcPr marL="58772" marR="58772" marT="58772" marB="58772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DE" sz="1200">
                          <a:effectLst/>
                        </a:rPr>
                        <a:t>Link</a:t>
                      </a:r>
                      <a:endParaRPr lang="en-DE" sz="1200" b="1">
                        <a:solidFill>
                          <a:srgbClr val="131E29"/>
                        </a:solidFill>
                        <a:effectLst/>
                      </a:endParaRPr>
                    </a:p>
                  </a:txBody>
                  <a:tcPr marL="58772" marR="58772" marT="58772" marB="58772" anchor="ctr"/>
                </a:tc>
                <a:extLst>
                  <a:ext uri="{0D108BD9-81ED-4DB2-BD59-A6C34878D82A}">
                    <a16:rowId xmlns:a16="http://schemas.microsoft.com/office/drawing/2014/main" val="462293252"/>
                  </a:ext>
                </a:extLst>
              </a:tr>
              <a:tr h="510926">
                <a:tc>
                  <a:txBody>
                    <a:bodyPr/>
                    <a:lstStyle/>
                    <a:p>
                      <a:pPr marL="0" marR="0" indent="0">
                        <a:buNone/>
                      </a:pPr>
                      <a:r>
                        <a:rPr lang="en-DE" sz="1200">
                          <a:effectLst/>
                        </a:rPr>
                        <a:t>Test Cases</a:t>
                      </a:r>
                      <a:endParaRPr lang="en-DE" sz="1200">
                        <a:solidFill>
                          <a:srgbClr val="131E29"/>
                        </a:solidFill>
                        <a:effectLst/>
                      </a:endParaRPr>
                    </a:p>
                  </a:txBody>
                  <a:tcPr marL="58772" marR="58772" marT="58772" marB="58772" anchor="ctr"/>
                </a:tc>
                <a:tc>
                  <a:txBody>
                    <a:bodyPr/>
                    <a:lstStyle/>
                    <a:p>
                      <a:pPr marL="0" marR="0" indent="0">
                        <a:buNone/>
                      </a:pPr>
                      <a:r>
                        <a:rPr lang="en-DE" sz="1200" dirty="0">
                          <a:effectLst/>
                        </a:rPr>
                        <a:t>CALM_TM</a:t>
                      </a:r>
                      <a:endParaRPr lang="en-DE" sz="1200" dirty="0">
                        <a:solidFill>
                          <a:srgbClr val="131E29"/>
                        </a:solidFill>
                        <a:effectLst/>
                      </a:endParaRPr>
                    </a:p>
                  </a:txBody>
                  <a:tcPr marL="58772" marR="58772" marT="58772" marB="58772" anchor="ctr"/>
                </a:tc>
                <a:tc>
                  <a:txBody>
                    <a:bodyPr/>
                    <a:lstStyle/>
                    <a:p>
                      <a:pPr marL="0" marR="0" indent="0">
                        <a:buNone/>
                      </a:pPr>
                      <a:r>
                        <a:rPr lang="en-DE" sz="1200" dirty="0">
                          <a:effectLst/>
                        </a:rPr>
                        <a:t>OData</a:t>
                      </a:r>
                      <a:endParaRPr lang="en-DE" sz="1200" dirty="0">
                        <a:solidFill>
                          <a:srgbClr val="131E29"/>
                        </a:solidFill>
                        <a:effectLst/>
                      </a:endParaRPr>
                    </a:p>
                  </a:txBody>
                  <a:tcPr marL="58772" marR="58772" marT="58772" marB="58772" anchor="ctr"/>
                </a:tc>
                <a:tc>
                  <a:txBody>
                    <a:bodyPr/>
                    <a:lstStyle/>
                    <a:p>
                      <a:pPr marL="0" marR="0" indent="0">
                        <a:buNone/>
                      </a:pPr>
                      <a:r>
                        <a:rPr lang="en-DE" sz="1200" u="none" strike="noStrike">
                          <a:effectLst/>
                          <a:hlinkClick r:id="rId2"/>
                        </a:rPr>
                        <a:t>CALM_TM on API Hub</a:t>
                      </a:r>
                      <a:endParaRPr lang="en-DE" sz="1200">
                        <a:solidFill>
                          <a:srgbClr val="131E29"/>
                        </a:solidFill>
                        <a:effectLst/>
                      </a:endParaRPr>
                    </a:p>
                  </a:txBody>
                  <a:tcPr marL="58772" marR="58772" marT="58772" marB="58772" anchor="ctr"/>
                </a:tc>
                <a:extLst>
                  <a:ext uri="{0D108BD9-81ED-4DB2-BD59-A6C34878D82A}">
                    <a16:rowId xmlns:a16="http://schemas.microsoft.com/office/drawing/2014/main" val="346546250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marL="0" marR="0" indent="0">
                        <a:buNone/>
                      </a:pPr>
                      <a:r>
                        <a:rPr lang="en-DE" sz="1200">
                          <a:effectLst/>
                        </a:rPr>
                        <a:t>Test Plans</a:t>
                      </a:r>
                      <a:endParaRPr lang="en-DE" sz="1200">
                        <a:solidFill>
                          <a:srgbClr val="131E29"/>
                        </a:solidFill>
                        <a:effectLst/>
                      </a:endParaRPr>
                    </a:p>
                  </a:txBody>
                  <a:tcPr marL="58772" marR="58772" marT="58772" marB="58772" anchor="ctr"/>
                </a:tc>
                <a:tc>
                  <a:txBody>
                    <a:bodyPr/>
                    <a:lstStyle/>
                    <a:p>
                      <a:pPr marL="0" marR="0" indent="0">
                        <a:buNone/>
                      </a:pPr>
                      <a:r>
                        <a:rPr lang="en-DE" sz="1200" dirty="0">
                          <a:effectLst/>
                        </a:rPr>
                        <a:t>CALM_TM_PLAN</a:t>
                      </a:r>
                      <a:endParaRPr lang="en-DE" sz="1200" dirty="0">
                        <a:solidFill>
                          <a:srgbClr val="131E29"/>
                        </a:solidFill>
                        <a:effectLst/>
                      </a:endParaRPr>
                    </a:p>
                  </a:txBody>
                  <a:tcPr marL="58772" marR="58772" marT="58772" marB="58772" anchor="ctr"/>
                </a:tc>
                <a:tc>
                  <a:txBody>
                    <a:bodyPr/>
                    <a:lstStyle/>
                    <a:p>
                      <a:pPr marL="0" marR="0" indent="0">
                        <a:buNone/>
                      </a:pPr>
                      <a:r>
                        <a:rPr lang="en-DE" sz="1200">
                          <a:effectLst/>
                        </a:rPr>
                        <a:t>OData</a:t>
                      </a:r>
                      <a:endParaRPr lang="en-DE" sz="1200">
                        <a:solidFill>
                          <a:srgbClr val="131E29"/>
                        </a:solidFill>
                        <a:effectLst/>
                      </a:endParaRPr>
                    </a:p>
                  </a:txBody>
                  <a:tcPr marL="58772" marR="58772" marT="58772" marB="58772" anchor="ctr"/>
                </a:tc>
                <a:tc>
                  <a:txBody>
                    <a:bodyPr/>
                    <a:lstStyle/>
                    <a:p>
                      <a:pPr marL="0" marR="0" indent="0">
                        <a:buNone/>
                      </a:pPr>
                      <a:r>
                        <a:rPr lang="en-DE" sz="1200" u="none" strike="noStrike">
                          <a:effectLst/>
                          <a:hlinkClick r:id="rId3"/>
                        </a:rPr>
                        <a:t>CALM_TM_PLAN on API Hub</a:t>
                      </a:r>
                      <a:endParaRPr lang="en-DE" sz="1200">
                        <a:solidFill>
                          <a:srgbClr val="131E29"/>
                        </a:solidFill>
                        <a:effectLst/>
                      </a:endParaRPr>
                    </a:p>
                  </a:txBody>
                  <a:tcPr marL="58772" marR="58772" marT="58772" marB="58772" anchor="ctr"/>
                </a:tc>
                <a:extLst>
                  <a:ext uri="{0D108BD9-81ED-4DB2-BD59-A6C34878D82A}">
                    <a16:rowId xmlns:a16="http://schemas.microsoft.com/office/drawing/2014/main" val="371334167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indent="0">
                        <a:buNone/>
                      </a:pPr>
                      <a:r>
                        <a:rPr lang="en-DE" sz="1200">
                          <a:effectLst/>
                        </a:rPr>
                        <a:t>Custom Processes</a:t>
                      </a:r>
                      <a:endParaRPr lang="en-DE" sz="1200">
                        <a:solidFill>
                          <a:srgbClr val="131E29"/>
                        </a:solidFill>
                        <a:effectLst/>
                      </a:endParaRPr>
                    </a:p>
                  </a:txBody>
                  <a:tcPr marL="58772" marR="58772" marT="58772" marB="58772" anchor="ctr"/>
                </a:tc>
                <a:tc>
                  <a:txBody>
                    <a:bodyPr/>
                    <a:lstStyle/>
                    <a:p>
                      <a:pPr marL="0" marR="0" indent="0">
                        <a:buNone/>
                      </a:pPr>
                      <a:r>
                        <a:rPr lang="en-DE" sz="1200">
                          <a:effectLst/>
                        </a:rPr>
                        <a:t>CALM_PMGE</a:t>
                      </a:r>
                      <a:endParaRPr lang="en-DE" sz="1200">
                        <a:solidFill>
                          <a:srgbClr val="131E29"/>
                        </a:solidFill>
                        <a:effectLst/>
                      </a:endParaRPr>
                    </a:p>
                  </a:txBody>
                  <a:tcPr marL="58772" marR="58772" marT="58772" marB="58772" anchor="ctr"/>
                </a:tc>
                <a:tc>
                  <a:txBody>
                    <a:bodyPr/>
                    <a:lstStyle/>
                    <a:p>
                      <a:pPr marL="0" marR="0" indent="0">
                        <a:buNone/>
                      </a:pPr>
                      <a:r>
                        <a:rPr lang="en-DE" sz="1200">
                          <a:effectLst/>
                        </a:rPr>
                        <a:t>REST</a:t>
                      </a:r>
                      <a:endParaRPr lang="en-DE" sz="1200">
                        <a:solidFill>
                          <a:srgbClr val="131E29"/>
                        </a:solidFill>
                        <a:effectLst/>
                      </a:endParaRPr>
                    </a:p>
                  </a:txBody>
                  <a:tcPr marL="58772" marR="58772" marT="58772" marB="58772" anchor="ctr"/>
                </a:tc>
                <a:tc>
                  <a:txBody>
                    <a:bodyPr/>
                    <a:lstStyle/>
                    <a:p>
                      <a:pPr marL="0" marR="0" indent="0">
                        <a:buNone/>
                      </a:pPr>
                      <a:r>
                        <a:rPr lang="en-DE" sz="1200" u="none" strike="noStrike">
                          <a:effectLst/>
                          <a:hlinkClick r:id="rId4"/>
                        </a:rPr>
                        <a:t>CALM_PMGE on API Hub</a:t>
                      </a:r>
                      <a:endParaRPr lang="en-DE" sz="1200">
                        <a:solidFill>
                          <a:srgbClr val="131E29"/>
                        </a:solidFill>
                        <a:effectLst/>
                      </a:endParaRPr>
                    </a:p>
                  </a:txBody>
                  <a:tcPr marL="58772" marR="58772" marT="58772" marB="58772" anchor="ctr"/>
                </a:tc>
                <a:extLst>
                  <a:ext uri="{0D108BD9-81ED-4DB2-BD59-A6C34878D82A}">
                    <a16:rowId xmlns:a16="http://schemas.microsoft.com/office/drawing/2014/main" val="115774496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indent="0">
                        <a:buNone/>
                      </a:pPr>
                      <a:r>
                        <a:rPr lang="en-DE" sz="1200">
                          <a:effectLst/>
                        </a:rPr>
                        <a:t>Process Scopes</a:t>
                      </a:r>
                      <a:endParaRPr lang="en-DE" sz="1200">
                        <a:solidFill>
                          <a:srgbClr val="131E29"/>
                        </a:solidFill>
                        <a:effectLst/>
                      </a:endParaRPr>
                    </a:p>
                  </a:txBody>
                  <a:tcPr marL="58772" marR="58772" marT="58772" marB="58772" anchor="ctr"/>
                </a:tc>
                <a:tc>
                  <a:txBody>
                    <a:bodyPr/>
                    <a:lstStyle/>
                    <a:p>
                      <a:pPr marL="0" marR="0" indent="0">
                        <a:buNone/>
                      </a:pPr>
                      <a:r>
                        <a:rPr lang="en-DE" sz="1200">
                          <a:effectLst/>
                        </a:rPr>
                        <a:t>CALM_PM</a:t>
                      </a:r>
                      <a:endParaRPr lang="en-DE" sz="1200">
                        <a:solidFill>
                          <a:srgbClr val="131E29"/>
                        </a:solidFill>
                        <a:effectLst/>
                      </a:endParaRPr>
                    </a:p>
                  </a:txBody>
                  <a:tcPr marL="58772" marR="58772" marT="58772" marB="58772" anchor="ctr"/>
                </a:tc>
                <a:tc>
                  <a:txBody>
                    <a:bodyPr/>
                    <a:lstStyle/>
                    <a:p>
                      <a:pPr marL="0" marR="0" indent="0">
                        <a:buNone/>
                      </a:pPr>
                      <a:r>
                        <a:rPr lang="en-DE" sz="1200">
                          <a:effectLst/>
                        </a:rPr>
                        <a:t>REST</a:t>
                      </a:r>
                      <a:endParaRPr lang="en-DE" sz="1200">
                        <a:solidFill>
                          <a:srgbClr val="131E29"/>
                        </a:solidFill>
                        <a:effectLst/>
                      </a:endParaRPr>
                    </a:p>
                  </a:txBody>
                  <a:tcPr marL="58772" marR="58772" marT="58772" marB="58772" anchor="ctr"/>
                </a:tc>
                <a:tc>
                  <a:txBody>
                    <a:bodyPr/>
                    <a:lstStyle/>
                    <a:p>
                      <a:pPr marL="0" marR="0" indent="0">
                        <a:buNone/>
                      </a:pPr>
                      <a:r>
                        <a:rPr lang="en-DE" sz="1200" u="none" strike="noStrike">
                          <a:effectLst/>
                          <a:hlinkClick r:id="rId4"/>
                        </a:rPr>
                        <a:t>CALM_PM on API Hub</a:t>
                      </a:r>
                      <a:endParaRPr lang="en-DE" sz="1200">
                        <a:solidFill>
                          <a:srgbClr val="131E29"/>
                        </a:solidFill>
                        <a:effectLst/>
                      </a:endParaRPr>
                    </a:p>
                  </a:txBody>
                  <a:tcPr marL="58772" marR="58772" marT="58772" marB="58772" anchor="ctr"/>
                </a:tc>
                <a:extLst>
                  <a:ext uri="{0D108BD9-81ED-4DB2-BD59-A6C34878D82A}">
                    <a16:rowId xmlns:a16="http://schemas.microsoft.com/office/drawing/2014/main" val="1155987731"/>
                  </a:ext>
                </a:extLst>
              </a:tr>
              <a:tr h="431096">
                <a:tc>
                  <a:txBody>
                    <a:bodyPr/>
                    <a:lstStyle/>
                    <a:p>
                      <a:pPr marL="0" marR="0" indent="0">
                        <a:buNone/>
                      </a:pPr>
                      <a:r>
                        <a:rPr lang="en-DE" sz="1200">
                          <a:effectLst/>
                        </a:rPr>
                        <a:t>Requirements</a:t>
                      </a:r>
                      <a:endParaRPr lang="en-DE" sz="1200">
                        <a:solidFill>
                          <a:srgbClr val="131E29"/>
                        </a:solidFill>
                        <a:effectLst/>
                      </a:endParaRPr>
                    </a:p>
                  </a:txBody>
                  <a:tcPr marL="58772" marR="58772" marT="58772" marB="58772" anchor="ctr"/>
                </a:tc>
                <a:tc>
                  <a:txBody>
                    <a:bodyPr/>
                    <a:lstStyle/>
                    <a:p>
                      <a:pPr marL="0" marR="0" indent="0">
                        <a:buNone/>
                      </a:pPr>
                      <a:r>
                        <a:rPr lang="en-DE" sz="1200">
                          <a:effectLst/>
                        </a:rPr>
                        <a:t>Requirements API</a:t>
                      </a:r>
                      <a:endParaRPr lang="en-DE" sz="1200">
                        <a:solidFill>
                          <a:srgbClr val="131E29"/>
                        </a:solidFill>
                        <a:effectLst/>
                      </a:endParaRPr>
                    </a:p>
                  </a:txBody>
                  <a:tcPr marL="58772" marR="58772" marT="58772" marB="58772" anchor="ctr"/>
                </a:tc>
                <a:tc>
                  <a:txBody>
                    <a:bodyPr/>
                    <a:lstStyle/>
                    <a:p>
                      <a:pPr marL="0" marR="0" indent="0">
                        <a:buNone/>
                      </a:pPr>
                      <a:r>
                        <a:rPr lang="en-DE" sz="1200">
                          <a:effectLst/>
                        </a:rPr>
                        <a:t>—</a:t>
                      </a:r>
                      <a:endParaRPr lang="en-DE" sz="1200">
                        <a:solidFill>
                          <a:srgbClr val="131E29"/>
                        </a:solidFill>
                        <a:effectLst/>
                      </a:endParaRPr>
                    </a:p>
                  </a:txBody>
                  <a:tcPr marL="58772" marR="58772" marT="58772" marB="58772" anchor="ctr"/>
                </a:tc>
                <a:tc>
                  <a:txBody>
                    <a:bodyPr/>
                    <a:lstStyle/>
                    <a:p>
                      <a:pPr marL="0" marR="0" indent="0">
                        <a:buNone/>
                      </a:pPr>
                      <a:r>
                        <a:rPr lang="en-DE" sz="1200" dirty="0">
                          <a:effectLst/>
                        </a:rPr>
                        <a:t>tagged in API Hub</a:t>
                      </a:r>
                      <a:endParaRPr lang="en-DE" sz="1200" dirty="0">
                        <a:solidFill>
                          <a:srgbClr val="131E29"/>
                        </a:solidFill>
                        <a:effectLst/>
                      </a:endParaRPr>
                    </a:p>
                  </a:txBody>
                  <a:tcPr marL="58772" marR="58772" marT="58772" marB="58772" anchor="ctr"/>
                </a:tc>
                <a:extLst>
                  <a:ext uri="{0D108BD9-81ED-4DB2-BD59-A6C34878D82A}">
                    <a16:rowId xmlns:a16="http://schemas.microsoft.com/office/drawing/2014/main" val="317320191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B69C192-20FC-9DE2-3945-632F76B39828}"/>
              </a:ext>
            </a:extLst>
          </p:cNvPr>
          <p:cNvSpPr txBox="1"/>
          <p:nvPr/>
        </p:nvSpPr>
        <p:spPr>
          <a:xfrm>
            <a:off x="439738" y="1177526"/>
            <a:ext cx="583406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DE" sz="1600" b="1" i="0" dirty="0">
                <a:solidFill>
                  <a:schemeClr val="tx1"/>
                </a:solidFill>
                <a:effectLst/>
                <a:latin typeface="Arial"/>
              </a:rPr>
              <a:t>Confirmed APIs in the KG</a:t>
            </a:r>
          </a:p>
          <a:p>
            <a:pPr>
              <a:buNone/>
            </a:pPr>
            <a:endParaRPr lang="en-DE" sz="1600" dirty="0"/>
          </a:p>
          <a:p>
            <a:pPr marL="0" marR="0" indent="0" algn="l">
              <a:buNone/>
            </a:pPr>
            <a:r>
              <a:rPr lang="en-DE" sz="1600" b="1" i="0" dirty="0">
                <a:solidFill>
                  <a:schemeClr val="tx1"/>
                </a:solidFill>
                <a:effectLst/>
                <a:latin typeface="Arial"/>
              </a:rPr>
              <a:t>Approaches — ranked</a:t>
            </a:r>
          </a:p>
          <a:p>
            <a:pPr marL="0" marR="0" indent="0" algn="l">
              <a:buNone/>
            </a:pPr>
            <a:r>
              <a:rPr lang="en-DE" sz="1600" b="1" i="0" dirty="0">
                <a:solidFill>
                  <a:schemeClr val="tx1"/>
                </a:solidFill>
                <a:effectLst/>
                <a:latin typeface="Arial"/>
              </a:rPr>
              <a:t>1. CALM Public APIs (recommended)</a:t>
            </a:r>
            <a:r>
              <a:rPr lang="en-DE" sz="1600" b="0" i="0" dirty="0">
                <a:solidFill>
                  <a:schemeClr val="tx1"/>
                </a:solidFill>
                <a:effectLst/>
                <a:latin typeface="Arial"/>
              </a:rPr>
              <a:t> Write a simple Python script that loops 50 times, calling the relevant API endpoints with OAuth credentials. Fast, clean, repeatable, and you can re-run if something goes wrong. The API Hub pages above have the spec — check what's POST-able for your specific object types.</a:t>
            </a:r>
          </a:p>
          <a:p>
            <a:pPr marL="0" marR="0" indent="0" algn="l">
              <a:buNone/>
            </a:pPr>
            <a:r>
              <a:rPr lang="en-DE" sz="1600" b="1" i="0" dirty="0">
                <a:solidFill>
                  <a:schemeClr val="tx1"/>
                </a:solidFill>
                <a:effectLst/>
                <a:latin typeface="Arial"/>
              </a:rPr>
              <a:t>2. Excel bulk import (quick win for test cases)</a:t>
            </a:r>
            <a:r>
              <a:rPr lang="en-DE" sz="1600" b="0" i="0" dirty="0">
                <a:solidFill>
                  <a:schemeClr val="tx1"/>
                </a:solidFill>
                <a:effectLst/>
                <a:latin typeface="Arial"/>
              </a:rPr>
              <a:t> You already have the template — the ToKe001 Excel file references SAP Note 3217691, which documents exactly this. Duplicate 50 rows with participant-specific identifiers, upload once. Limited to test cases, but zero coding required.</a:t>
            </a:r>
          </a:p>
          <a:p>
            <a:pPr marL="0" marR="0" indent="0" algn="l">
              <a:buNone/>
            </a:pPr>
            <a:r>
              <a:rPr lang="en-DE" sz="1600" b="1" i="0" dirty="0">
                <a:solidFill>
                  <a:schemeClr val="tx1"/>
                </a:solidFill>
                <a:effectLst/>
                <a:latin typeface="Arial"/>
              </a:rPr>
              <a:t>3. UI Automation (fallback)</a:t>
            </a:r>
            <a:r>
              <a:rPr lang="en-DE" sz="1600" b="0" i="0" dirty="0">
                <a:solidFill>
                  <a:schemeClr val="tx1"/>
                </a:solidFill>
                <a:effectLst/>
                <a:latin typeface="Arial"/>
              </a:rPr>
              <a:t> Playwright or Selenium if an object type has no API coverage. Slower and more fragile than API calls — only go here if the APIs don't cover what you need.</a:t>
            </a:r>
            <a:endParaRPr lang="en-DE" sz="1600" b="0" i="0" dirty="0">
              <a:solidFill>
                <a:srgbClr val="131E29"/>
              </a:solidFill>
              <a:effectLst/>
              <a:latin typeface="72" panose="020B050303000000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1630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SAP Template 2023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800" kern="0" dirty="0" err="1" smtClean="0">
            <a:latin typeface="72 Brand" panose="020B0504030603020204" pitchFamily="34" charset="0"/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Präsentation2" id="{B44FA898-7065-C140-B2C5-C93FD2EC289B}" vid="{E4A21F8A-B61B-F245-8125-6893948E4DD3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item1.xml><?xml version="1.0" encoding="utf-8"?>
<TemplafySlideTemplateConfiguration><![CDATA[{"slideVersion":1,"isValidatorEnabled":false,"isLocked":false,"elementsMetadata":[],"slideId":"638331234103040955","enableDocumentContentUpdater":false,"version":"2.0"}]]></TemplafySlideTemplateConfiguration>
</file>

<file path=customXml/item2.xml><?xml version="1.0" encoding="utf-8"?>
<TemplafySlideFormConfiguration><![CDATA[{"formFields":[],"formDataEntries":[]}]]></TemplafySlideForm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FormConfiguration><![CDATA[{"formFields":[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placeholder":"","lines":1,"defaultValue":"{{UserProfile.Email}}","shareValue":false,"type":"textBox","name":"Email","label":"Email"}],"formDataEntries":[]}]]></TemplafySlideFormConfiguration>
</file>

<file path=customXml/item5.xml><?xml version="1.0" encoding="utf-8"?>
<TemplafySlideTemplateConfiguration><![CDATA[{"slideVersion":1,"isValidatorEnabled":false,"isLocked":false,"elementsMetadata":[{"type":"shape","elementConfiguration":{"binding":"{{StringJoin(\", \", Form.SpeakerName,\"SAP\")}}","type":"text","disableUpdates":false}},{"type":"shape","elementConfiguration":{"binding":"{{FormatDateTime(Form.Date,\"MMMM dd, yyyy\",\"en-US\")}}","type":"text","disableUpdates":false}},{"type":"shape","elementConfiguration":{"inheritDimensions":"{{InheritDimensions.InheritNone}}","width":"","height":"1 cm","image":"{{Form.SAPLogo.SubbrandWhite}}","visibility":"","type":"image","disableUpdates":false}},{"type":"shape","elementConfiguration":{"binding":"{{Form.Classification.Display}}","visibility":"","type":"text","disableUpdates":false}}],"slideId":"638331234102430701","enableDocumentContentUpdater":false,"version":"2.0"}]]></TemplafySlideTemplateConfiguration>
</file>

<file path=customXml/item6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],"formDataEntries":[]}]]></TemplafySlideFormConfiguration>
</file>

<file path=customXml/item7.xml><?xml version="1.0" encoding="utf-8"?>
<TemplafySlideTemplateConfiguration><![CDATA[{"slideVersion":1,"isValidatorEnabled":false,"isLocked":false,"elementsMetadata":[{"type":"shape","elementConfiguration":{"binding":"{{Form.SpeakerName}}","type":"text","disableUpdates":false}},{"type":"shape","elementConfiguration":{"binding":"{{Form.Email}}","type":"text","disableUpdates":false}},{"type":"shape","elementConfiguration":{"binding":"{{DataSources.PPTCopyRight[\"Slide 5 copyright\"].CopyrightMessage}}","visibility":"","type":"text","disableUpdates":false}}],"slideId":"638331234103056874","enableDocumentContentUpdater":false,"version":"2.0"}]]></TemplafySlideTemplateConfiguration>
</file>

<file path=customXml/item8.xml><?xml version="1.0" encoding="utf-8"?>
<TemplafySlideTemplateConfiguration><![CDATA[{"slideVersion":1,"isValidatorEnabled":false,"isLocked":false,"elementsMetadata":[{"type":"shape","elementConfiguration":{"binding":"{{StringJoin(\", \", Form.SpeakerName,\"SAP\")}}","type":"text","disableUpdates":false}},{"type":"shape","elementConfiguration":{"binding":"{{FormatDateTime(Form.Date,\"MMMM dd, yyyy\",\"en-US\")}}","type":"text","disableUpdates":false}},{"type":"shape","elementConfiguration":{"inheritDimensions":"{{InheritDimensions.InheritNone}}","width":"","height":"1 cm","image":"{{Form.SAPLogo.SubbrandBlue}}","visibility":"","type":"image","disableUpdates":false}},{"type":"shape","elementConfiguration":{"binding":"{{Form.Classification.Display}}","visibility":"","type":"text","disableUpdates":false}}],"slideId":"638331234101560684","enableDocumentContentUpdater":false,"version":"2.0"}]]></TemplafySlideTemplate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TemplateConfiguration><![CDATA[{"elementsMetadata":[{"type":"shape","id":"1df0b5c3-c399-4d80-afa5-baa0f5e07b52","elementConfiguration":{"binding":"{{ DataSources.Classification[Form.Classification.Name].Display}}","type":"text","disableUpdates":false}},{"type":"shape","id":"4730df89-118a-4dac-850a-22582fba25ef","elementConfiguration":{"inheritDimensions":"{{InheritDimensions.InheritNone}}","width":"","height":"1 cm","image":"{{Form.SAPLogo.SubbrandBlue}}","visibility":"","type":"image","disableUpdates":false}},{"type":"shape","id":"3b3005ec-996c-4d76-a358-795127b0f977","elementConfiguration":{"binding":"{{Form.Classification.Display}}","visibility":"","type":"text","disableUpdates":false}},{"type":"shape","id":"4fb6f5d1-82cd-4ab1-ae44-7e64d037ef1d","elementConfiguration":{"binding":"{{Form.Classification.Display}}","visibility":"","type":"text","disableUpdates":false}},{"type":"shape","id":"6e8f8d3c-486c-440f-9e89-010c51d1337f","elementConfiguration":{"inheritDimensions":"{{InheritDimensions.InheritNone}}","width":"","height":"1 cm","image":"{{Form.SAPLogo.SubbrandBlack}}","visibility":"","type":"image","disableUpdates":false}},{"type":"shape","id":"c91d4f96-eb02-4c57-a0e1-338790f88ede","elementConfiguration":{"inheritDimensions":"{{InheritDimensions.InheritNone}}","width":"","height":"1 cm","image":"{{Form.SAPLogo.SubbrandWhite}}","visibility":"","type":"image","disableUpdates":false}},{"type":"shape","id":"54a69f23-ff76-4f65-96bb-a6bf00e9647f","elementConfiguration":{"binding":"{{Form.Classification.Display}}","visibility":"","type":"text","disableUpdates":false}},{"type":"shape","id":"6c7bdae5-f4a4-41ef-bce1-a9de047427a3","elementConfiguration":{"inheritDimensions":"{{InheritDimensions.InheritNone}}","width":"","height":"1 cm","image":"{{Form.SAPLogo.SubbrandBlue}}","visibility":"","type":"image","disableUpdates":false}},{"type":"shape","id":"31826e07-6bd8-46cf-99a6-aba87324adbb","elementConfiguration":{"binding":"{{Form.Classification.Display}}","visibility":"","type":"text","disableUpdates":false}},{"type":"shape","id":"f232a519-5ff6-4053-bb5b-b23e1adaee18","elementConfiguration":{"inheritDimensions":"{{InheritDimensions.InheritNone}}","width":"","height":"1 cm","image":"{{Form.SAPLogo.SubbrandBlue}}","visibility":"","type":"image","disableUpdates":false}},{"type":"shape","id":"27682cf1-0696-470f-9efa-616f4870e8a0","elementConfiguration":{"binding":"{{Form.Classification.Display}}","visibility":"","type":"text","disableUpdates":false}},{"type":"shape","id":"e60c395f-8fa7-41cf-b146-37c7272e7cfb","elementConfiguration":{"inheritDimensions":"{{InheritDimensions.InheritNone}}","width":"","height":"1 cm","image":"{{Form.SAPLogo.SubbrandBlue}}","visibility":"","type":"image","disableUpdates":false}},{"type":"shape","id":"55d87788-2e60-4526-97e4-cc625eeee8de","elementConfiguration":{"binding":"{{Form.Classification.Display}}","visibility":"","type":"text","disableUpdates":false}},{"type":"shape","id":"bbbbfe71-eb37-4ff2-9c3b-eb5f58cbcbf4","elementConfiguration":{"inheritDimensions":"{{InheritDimensions.InheritNone}}","width":"","height":"1 cm","image":"{{Form.SAPLogo.SubbrandWhite}}","visibility":"","type":"image","disableUpdates":false}},{"type":"shape","id":"fb8eac9c-b638-44dd-a22a-7637e30f5e37","elementConfiguration":{"binding":"{{Form.Classification.Display}}","visibility":"","type":"text","disableUpdates":false}},{"type":"shape","id":"eb9adf6b-a999-43b4-87a5-c81e58f16e94","elementConfiguration":{"binding":"{{DataSources.PPTCopyRight[\"Slide 5 copyright\"].CopyrightMessage}}","visibility":"","type":"text","disableUpdates":false}},{"type":"shape","id":"e1ce98cc-b5e7-4d57-bbf2-b85890640f17","elementConfiguration":{"inheritDimensions":"{{InheritDimensions.InheritNone}}","width":"","height":"1 cm","image":"{{Form.SAPLogo.SubbrandBlack}}","visibility":"","type":"image","disableUpdates":false}},{"type":"shape","id":"e21c6111-be2c-44a0-a2aa-df88facd3edb","elementConfiguration":{"binding":"{{Form.Classification.Display}}","visibility":"","type":"text","disableUpdates":false}},{"type":"shape","id":"2de5be2a-d3c3-4ddf-bfce-d8d47df28dbb","elementConfiguration":{"inheritDimensions":"{{InheritDimensions.InheritNone}}","width":"","height":"1 cm","image":"{{Form.SAPLogo.SubbrandWhite}}","visibility":"","type":"image","disableUpdates":false}},{"type":"shape","id":"ae7c7b96-b70f-4e7a-b733-583422dd9c67","elementConfiguration":{"binding":"{{Form.Classification.Display}}","visibility":"","type":"text","disableUpdates":false}},{"type":"shape","id":"c1eb01f2-9e1f-430d-b8b5-2c5ca45c20b6","elementConfiguration":{"inheritDimensions":"{{InheritDimensions.InheritNone}}","width":"","height":"1 cm","image":"{{Form.SAPLogo.SubbrandBlack}}","visibility":"","type":"image","disableUpdates":false}},{"type":"shape","id":"790acb4e-ca71-45a1-a6aa-15bb3a352e16","elementConfiguration":{"binding":"{{Form.Classification.Display}}","visibility":"","type":"text","disableUpdates":false}},{"type":"shape","id":"2fc7f057-0369-4ed6-8a09-948d28d95ffb","elementConfiguration":{"inheritDimensions":"{{InheritDimensions.InheritNone}}","width":"","height":"1 cm","image":"{{Form.SAPLogo.SubbrandWhite}}","visibility":"","type":"image","disableUpdates":false}},{"type":"shape","id":"9c26c798-5a7f-4e71-a771-0737e45e4efe","elementConfiguration":{"binding":"{{Form.Classification.Display}}","visibility":"","type":"text","disableUpdates":false}},{"type":"shape","id":"1c29bb78-5811-4cd4-811f-7882c0a69982","elementConfiguration":{"inheritDimensions":"{{InheritDimensions.InheritNone}}","width":"","height":"1 cm","image":"{{Form.SAPLogo.SubbrandWhite}}","visibility":"","type":"image","disableUpdates":false}},{"type":"shape","id":"58f345ad-7bdb-419e-8713-85ce06a158f4","elementConfiguration":{"binding":"{{Form.Classification.Display}}","visibility":"","type":"text","disableUpdates":false}},{"type":"shape","id":"3fa50bdb-3142-405e-880c-0380db712567","elementConfiguration":{"binding":"{{StringJoin(\", \", Form.SpeakerName,\"SAP\")}}","type":"text","disableUpdates":false}},{"type":"shape","id":"7ba1bdc3-6de1-4200-a6e0-b1800360e955","elementConfiguration":{"binding":"{{FormatDateTime(Form.Date,\"MMMM dd, yyyy\",\"en-US\")}}","type":"text","disableUpdates":false}},{"type":"shape","id":"038d2caa-100a-48e2-a85a-ae9df4466d25","elementConfiguration":{"binding":"{{StringJoin(\", \", Form.SpeakerName,\"SAP\")}}","type":"text","disableUpdates":false}},{"type":"shape","id":"06373794-4453-4ce4-8a0f-1e74545fdebf","elementConfiguration":{"binding":"{{FormatDateTime(Form.Date,\"MMMM dd, yyyy\",\"en-US\")}}","type":"text","disableUpdates":false}},{"type":"shape","id":"17da9310-e182-49c8-9e08-07dbe704575b","elementConfiguration":{"binding":"{{Form.SpeakerName}}","type":"text","disableUpdates":false}},{"type":"shape","id":"a5258a79-f3e0-48a9-bce0-c4a339708677","elementConfiguration":{"binding":"{{Form.Email}}","type":"text","disableUpdates":false}},{"type":"shape","id":"00227b4d-4db8-4a4b-b540-7d73284d492e","elementConfiguration":{"binding":"{{StringJoin(\", \", Form.SpeakerName,\"SAP\")}}","type":"text","disableUpdates":false}},{"type":"shape","id":"f246cb59-7dc1-4e47-aa19-199113a496ad","elementConfiguration":{"binding":"{{FormatDateTime(Form.Date,\"MMMM dd, yyyy\",\"en-US\")}}","type":"text","disableUpdates":false}},{"type":"shape","id":"b3642e98-d784-4710-b703-2415031999c0","elementConfiguration":{"binding":"{{StringJoin(\", \", Form.SpeakerName,\"SAP\")}}","type":"text","disableUpdates":false}},{"type":"shape","id":"b1649ea4-f984-49ae-a3a1-5e732da06700","elementConfiguration":{"binding":"{{FormatDateTime(Form.Date,\"MMMM dd, yyyy\",\"en-US\")}}","type":"text","disableUpdates":false}},{"type":"shape","id":"817f2cac-476f-4f09-9a5b-f65cb78c8457","elementConfiguration":{"binding":"{{StringJoin(\", \", Form.SpeakerName,\"SAP\")}}","type":"text","disableUpdates":false}},{"type":"shape","id":"378927af-789e-478a-98db-01e3a717f61a","elementConfiguration":{"binding":"{{FormatDateTime(Form.Date,\"MMMM dd, yyyy\",\"en-US\")}}","type":"text","disableUpdates":false}},{"type":"shape","id":"f623d31c-4198-4495-bf52-bf36155f6b34","elementConfiguration":{"binding":"{{StringJoin(\", \", Form.SpeakerName,\"SAP\")}}","type":"text","disableUpdates":false}},{"type":"shape","id":"da33ba28-87ff-4f5f-b399-aa059e6b787a","elementConfiguration":{"binding":"{{FormatDateTime(Form.Date,\"MMMM dd, yyyy\",\"en-US\")}}","type":"text","disableUpdates":false}}],"transformationConfigurations":[],"templateName":"SAP Template NEW","templateDescription":"","enableDocumentContentUpdater":true,"version":"2.0"}]]></TemplafyTemplateConfiguration>
</file>

<file path=customXml/item11.xml><?xml version="1.0" encoding="utf-8"?>
<TemplafySlideTemplateConfiguration><![CDATA[{"slideVersion":1,"isValidatorEnabled":false,"isLocked":false,"elementsMetadata":[],"slideId":"638331234102931200","enableDocumentContentUpdater":false,"version":"2.0"}]]></TemplafySlideTemplateConfiguration>
</file>

<file path=customXml/item12.xml><?xml version="1.0" encoding="utf-8"?>
<TemplafySlideTemplateConfiguration><![CDATA[{"slideVersion":1,"isValidatorEnabled":false,"isLocked":false,"elementsMetadata":[{"type":"shape","elementConfiguration":{"binding":"{{StringJoin(\", \", Form.SpeakerName,\"SAP\")}}","type":"text","disableUpdates":false}},{"type":"shape","elementConfiguration":{"binding":"{{FormatDateTime(Form.Date,\"MMMM dd, yyyy\",\"en-US\")}}","type":"text","disableUpdates":false}},{"type":"shape","elementConfiguration":{"inheritDimensions":"{{InheritDimensions.InheritNone}}","width":"","height":"1 cm","image":"{{Form.SAPLogo.SubbrandBlue}}","visibility":"","type":"image","disableUpdates":false}},{"type":"shape","elementConfiguration":{"binding":"{{Form.Classification.Display}}","visibility":"","type":"text","disableUpdates":false}}],"slideId":"638331234102843511","enableDocumentContentUpdater":false,"version":"2.0"}]]></TemplafySlideTemplateConfiguration>
</file>

<file path=customXml/item13.xml><?xml version="1.0" encoding="utf-8"?>
<TemplafySlideTemplateConfiguration><![CDATA[{"slideVersion":1,"isValidatorEnabled":false,"isLocked":false,"elementsMetadata":[],"slideId":"638331234103099669","enableDocumentContentUpdater":false,"version":"2.0"}]]></TemplafySlideTemplateConfiguration>
</file>

<file path=customXml/item14.xml><?xml version="1.0" encoding="utf-8"?>
<Templafy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placeholder":"","lines":1,"defaultValue":"{{UserProfile.Email}}","shareValue":false,"type":"textBox","name":"Email","label":"Email"}],"formDataEntries":[{"name":"SAPLogo","value":"pxB0tb4qiCEYCgGk2fAV86fXsKRk9ZMKiRC3VaLJ5C8="},{"name":"Classification","value":"OmrOP8d402txjl1Zr787gUA6bTWeMdaxGEF9U5BKD64="},{"name":"SpeakerName","value":"YnPwfaWtJd9yqRikMcavEg=="},{"name":"Email","value":"v35+JSpO6F5yjM5PrFdVwQ=="}]}]]></TemplafyFormConfiguration>
</file>

<file path=customXml/item15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],"formDataEntries":[]}]]></TemplafySlideFormConfiguration>
</file>

<file path=customXml/item16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79f7773-5b16-460b-be9a-e10be11b395c">
      <Terms xmlns="http://schemas.microsoft.com/office/infopath/2007/PartnerControls"/>
    </lcf76f155ced4ddcb4097134ff3c332f>
    <TaxCatchAll xmlns="0e00d59e-b0d2-4e67-be34-67e465b0fbed" xsi:nil="true"/>
  </documentManagement>
</p:properties>
</file>

<file path=customXml/item17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],"formDataEntries":[]}]]></TemplafySlideFormConfiguration>
</file>

<file path=customXml/item18.xml><?xml version="1.0" encoding="utf-8"?>
<TemplafySlideTemplateConfiguration><![CDATA[{"slideVersion":1,"isValidatorEnabled":false,"isLocked":false,"elementsMetadata":[],"slideId":"638331234102899225","enableDocumentContentUpdater":false,"version":"2.0"}]]></TemplafySlideTemplateConfiguration>
</file>

<file path=customXml/item19.xml><?xml version="1.0" encoding="utf-8"?>
<TemplafySlideFormConfiguration><![CDATA[{"formFields":[],"formDataEntries":[]}]]></TemplafySlideFormConfiguration>
</file>

<file path=customXml/item20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],"formDataEntries":[]}]]></TemplafySlideFormConfiguration>
</file>

<file path=customXml/item21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],"formDataEntries":[]}]]></TemplafySlideFormConfiguration>
</file>

<file path=customXml/item22.xml><?xml version="1.0" encoding="utf-8"?>
<TemplafySlideTemplateConfiguration><![CDATA[{"slideVersion":1,"isValidatorEnabled":false,"isLocked":false,"elementsMetadata":[{"type":"shape","elementConfiguration":{"binding":"{{StringJoin(\", \", Form.SpeakerName,\"SAP\")}}","type":"text","disableUpdates":false}},{"type":"shape","elementConfiguration":{"binding":"{{FormatDateTime(Form.Date,\"MMMM dd, yyyy\",\"en-US\")}}","type":"text","disableUpdates":false}},{"type":"shape","elementConfiguration":{"inheritDimensions":"{{InheritDimensions.InheritNone}}","width":"","height":"1 cm","image":"{{Form.SAPLogo.SubbrandWhite}}","visibility":"","type":"image","disableUpdates":false}},{"type":"shape","elementConfiguration":{"binding":"{{Form.Classification.Display}}","visibility":"","type":"text","disableUpdates":false}}],"slideId":"638331234102692406","enableDocumentContentUpdater":false,"version":"2.0"}]]></TemplafySlideTemplateConfiguration>
</file>

<file path=customXml/item23.xml><?xml version="1.0" encoding="utf-8"?>
<TemplafySlideTemplateConfiguration><![CDATA[{"slideVersion":1,"isValidatorEnabled":false,"isLocked":false,"elementsMetadata":[{"type":"shape","elementConfiguration":{"binding":"{{StringJoin(\", \", Form.SpeakerName,\"SAP\")}}","type":"text","disableUpdates":false}},{"type":"shape","elementConfiguration":{"binding":"{{FormatDateTime(Form.Date,\"MMMM dd, yyyy\",\"en-US\")}}","type":"text","disableUpdates":false}},{"type":"shape","elementConfiguration":{"inheritDimensions":"{{InheritDimensions.InheritNone}}","width":"","height":"1 cm","image":"{{Form.SAPLogo.SubbrandWhite}}","visibility":"","type":"image","disableUpdates":false}},{"type":"shape","elementConfiguration":{"binding":"{{Form.Classification.Display}}","visibility":"","type":"text","disableUpdates":false}}],"slideId":"638331234102776925","enableDocumentContentUpdater":false,"version":"2.0"}]]></TemplafySlideTemplateConfiguration>
</file>

<file path=customXml/item24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],"formDataEntries":[]}]]></TemplafySlideFormConfiguration>
</file>

<file path=customXml/item25.xml><?xml version="1.0" encoding="utf-8"?>
<TemplafySlideTemplateConfiguration><![CDATA[{"slideVersion":1,"isValidatorEnabled":false,"isLocked":false,"elementsMetadata":[{"type":"shape","elementConfiguration":{"binding":"{{StringJoin(\", \", Form.SpeakerName,\"SAP\")}}","type":"text","disableUpdates":false}},{"type":"shape","elementConfiguration":{"binding":"{{FormatDateTime(Form.Date,\"MMMM dd, yyyy\",\"en-US\")}}","type":"text","disableUpdates":false}},{"type":"shape","elementConfiguration":{"binding":"{{Form.Classification.Display}}","visibility":"","type":"text","disableUpdates":false}},{"type":"shape","elementConfiguration":{"inheritDimensions":"{{InheritDimensions.InheritNone}}","width":"","height":"1 cm","image":"{{Form.SAPLogo.SubbrandBlack}}","visibility":"","type":"image","disableUpdates":false}}],"slideId":"638331234102547405","enableDocumentContentUpdater":false,"version":"2.0"}]]></TemplafySlideTemplateConfiguration>
</file>

<file path=customXml/item26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7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4034B036C92A4A897F8A958DF51533" ma:contentTypeVersion="17" ma:contentTypeDescription="Create a new document." ma:contentTypeScope="" ma:versionID="9881b54d8c9689fbb993a4f7983e18ad">
  <xsd:schema xmlns:xsd="http://www.w3.org/2001/XMLSchema" xmlns:xs="http://www.w3.org/2001/XMLSchema" xmlns:p="http://schemas.microsoft.com/office/2006/metadata/properties" xmlns:ns2="779f7773-5b16-460b-be9a-e10be11b395c" xmlns:ns3="0e00d59e-b0d2-4e67-be34-67e465b0fbed" targetNamespace="http://schemas.microsoft.com/office/2006/metadata/properties" ma:root="true" ma:fieldsID="5587fbb7edc3a1e656e5ced3cd51c8e4" ns2:_="" ns3:_="">
    <xsd:import namespace="779f7773-5b16-460b-be9a-e10be11b395c"/>
    <xsd:import namespace="0e00d59e-b0d2-4e67-be34-67e465b0fb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9f7773-5b16-460b-be9a-e10be11b39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c7b3fb9d-ee0a-40a8-bd42-4026b75186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00d59e-b0d2-4e67-be34-67e465b0fbe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f1e2fc8-60f5-4b88-a701-67d77da430d9}" ma:internalName="TaxCatchAll" ma:showField="CatchAllData" ma:web="0e00d59e-b0d2-4e67-be34-67e465b0fb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3CBE98-0F50-4DCC-AB6D-9CE0DBAA75FF}">
  <ds:schemaRefs/>
</ds:datastoreItem>
</file>

<file path=customXml/itemProps2.xml><?xml version="1.0" encoding="utf-8"?>
<ds:datastoreItem xmlns:ds="http://schemas.openxmlformats.org/officeDocument/2006/customXml" ds:itemID="{8D60027D-B63E-433E-BB56-64F598DA4B11}">
  <ds:schemaRefs/>
</ds:datastoreItem>
</file>

<file path=customXml/itemProps3.xml><?xml version="1.0" encoding="utf-8"?>
<ds:datastoreItem xmlns:ds="http://schemas.openxmlformats.org/officeDocument/2006/customXml" ds:itemID="{32B4CE40-A540-46F0-A4B7-2503498DD8B0}">
  <ds:schemaRefs/>
</ds:datastoreItem>
</file>

<file path=customXml/itemProps4.xml><?xml version="1.0" encoding="utf-8"?>
<ds:datastoreItem xmlns:ds="http://schemas.openxmlformats.org/officeDocument/2006/customXml" ds:itemID="{47869D81-24A3-1649-A7BC-E604AE89024C}">
  <ds:schemaRefs/>
</ds:datastoreItem>
</file>

<file path=customXml/itemProps5.xml><?xml version="1.0" encoding="utf-8"?>
<ds:datastoreItem xmlns:ds="http://schemas.openxmlformats.org/officeDocument/2006/customXml" ds:itemID="{FB378D73-682D-4B5C-B045-A467836EDC7E}">
  <ds:schemaRefs/>
</ds:datastoreItem>
</file>

<file path=customXml/itemProps6.xml><?xml version="1.0" encoding="utf-8"?>
<ds:datastoreItem xmlns:ds="http://schemas.openxmlformats.org/officeDocument/2006/customXml" ds:itemID="{5E726EAB-FE30-4F4D-A478-DE4759D9A12E}">
  <ds:schemaRefs/>
</ds:datastoreItem>
</file>

<file path=customXml/itemProps7.xml><?xml version="1.0" encoding="utf-8"?>
<ds:datastoreItem xmlns:ds="http://schemas.openxmlformats.org/officeDocument/2006/customXml" ds:itemID="{3E4381A6-8E2C-574D-B48E-536A53B18F66}">
  <ds:schemaRefs/>
</ds:datastoreItem>
</file>

<file path=customXml/itemProps8.xml><?xml version="1.0" encoding="utf-8"?>
<ds:datastoreItem xmlns:ds="http://schemas.openxmlformats.org/officeDocument/2006/customXml" ds:itemID="{F444086E-23D4-43AE-9B84-AA7543534A61}">
  <ds:schemaRefs/>
</ds:datastoreItem>
</file>

<file path=customXml/itemProps9.xml><?xml version="1.0" encoding="utf-8"?>
<ds:datastoreItem xmlns:ds="http://schemas.openxmlformats.org/officeDocument/2006/customXml" ds:itemID="{A3EC6DE2-FD66-684A-AC9E-08E25388DBEF}">
  <ds:schemaRefs/>
</ds:datastoreItem>
</file>

<file path=customXml/itemProps10.xml><?xml version="1.0" encoding="utf-8"?>
<ds:datastoreItem xmlns:ds="http://schemas.openxmlformats.org/officeDocument/2006/customXml" ds:itemID="{626BBCBB-1894-4E66-BA48-9E91CE3ACBA0}">
  <ds:schemaRefs/>
</ds:datastoreItem>
</file>

<file path=customXml/itemProps11.xml><?xml version="1.0" encoding="utf-8"?>
<ds:datastoreItem xmlns:ds="http://schemas.openxmlformats.org/officeDocument/2006/customXml" ds:itemID="{97E3BD22-8559-41C7-B32B-85AADBCE3220}">
  <ds:schemaRefs/>
</ds:datastoreItem>
</file>

<file path=customXml/itemProps12.xml><?xml version="1.0" encoding="utf-8"?>
<ds:datastoreItem xmlns:ds="http://schemas.openxmlformats.org/officeDocument/2006/customXml" ds:itemID="{CD69D8E4-3079-0947-A87B-18CDAB899542}">
  <ds:schemaRefs/>
</ds:datastoreItem>
</file>

<file path=customXml/itemProps13.xml><?xml version="1.0" encoding="utf-8"?>
<ds:datastoreItem xmlns:ds="http://schemas.openxmlformats.org/officeDocument/2006/customXml" ds:itemID="{0EC57229-3C66-4E28-BE75-EC4AA2288617}">
  <ds:schemaRefs/>
</ds:datastoreItem>
</file>

<file path=customXml/itemProps14.xml><?xml version="1.0" encoding="utf-8"?>
<ds:datastoreItem xmlns:ds="http://schemas.openxmlformats.org/officeDocument/2006/customXml" ds:itemID="{CC49FFC8-2FF3-4057-96F0-3BCD1A4F0351}">
  <ds:schemaRefs/>
</ds:datastoreItem>
</file>

<file path=customXml/itemProps15.xml><?xml version="1.0" encoding="utf-8"?>
<ds:datastoreItem xmlns:ds="http://schemas.openxmlformats.org/officeDocument/2006/customXml" ds:itemID="{538A7E94-9A75-944B-BB53-DAD192A33F0F}">
  <ds:schemaRefs/>
</ds:datastoreItem>
</file>

<file path=customXml/itemProps16.xml><?xml version="1.0" encoding="utf-8"?>
<ds:datastoreItem xmlns:ds="http://schemas.openxmlformats.org/officeDocument/2006/customXml" ds:itemID="{C1422F45-04DB-421D-8796-270006657806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0e00d59e-b0d2-4e67-be34-67e465b0fbed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47fc58d8-9f4b-4bc8-b278-c3cb6f298023"/>
    <ds:schemaRef ds:uri="http://www.w3.org/XML/1998/namespace"/>
    <ds:schemaRef ds:uri="http://purl.org/dc/dcmitype/"/>
    <ds:schemaRef ds:uri="779f7773-5b16-460b-be9a-e10be11b395c"/>
  </ds:schemaRefs>
</ds:datastoreItem>
</file>

<file path=customXml/itemProps17.xml><?xml version="1.0" encoding="utf-8"?>
<ds:datastoreItem xmlns:ds="http://schemas.openxmlformats.org/officeDocument/2006/customXml" ds:itemID="{EA0EFD7B-A280-45FB-AEC3-B703B28210D9}">
  <ds:schemaRefs/>
</ds:datastoreItem>
</file>

<file path=customXml/itemProps18.xml><?xml version="1.0" encoding="utf-8"?>
<ds:datastoreItem xmlns:ds="http://schemas.openxmlformats.org/officeDocument/2006/customXml" ds:itemID="{DF3DA119-9F3B-B04F-B2CE-ED7B6150E810}">
  <ds:schemaRefs/>
</ds:datastoreItem>
</file>

<file path=customXml/itemProps19.xml><?xml version="1.0" encoding="utf-8"?>
<ds:datastoreItem xmlns:ds="http://schemas.openxmlformats.org/officeDocument/2006/customXml" ds:itemID="{7F6898E6-9ADD-4538-B0E5-FC21C8DB6903}">
  <ds:schemaRefs/>
</ds:datastoreItem>
</file>

<file path=customXml/itemProps20.xml><?xml version="1.0" encoding="utf-8"?>
<ds:datastoreItem xmlns:ds="http://schemas.openxmlformats.org/officeDocument/2006/customXml" ds:itemID="{034DD3E1-2858-4C70-BC3A-61FB10763B47}">
  <ds:schemaRefs/>
</ds:datastoreItem>
</file>

<file path=customXml/itemProps21.xml><?xml version="1.0" encoding="utf-8"?>
<ds:datastoreItem xmlns:ds="http://schemas.openxmlformats.org/officeDocument/2006/customXml" ds:itemID="{77EBBC25-7217-6047-A6FE-6E3834623618}">
  <ds:schemaRefs/>
</ds:datastoreItem>
</file>

<file path=customXml/itemProps22.xml><?xml version="1.0" encoding="utf-8"?>
<ds:datastoreItem xmlns:ds="http://schemas.openxmlformats.org/officeDocument/2006/customXml" ds:itemID="{E592BBB8-4E80-3C45-BEE9-486ED596EB3C}">
  <ds:schemaRefs/>
</ds:datastoreItem>
</file>

<file path=customXml/itemProps23.xml><?xml version="1.0" encoding="utf-8"?>
<ds:datastoreItem xmlns:ds="http://schemas.openxmlformats.org/officeDocument/2006/customXml" ds:itemID="{BE35CB75-D316-A442-AF6F-E30B686305AD}">
  <ds:schemaRefs/>
</ds:datastoreItem>
</file>

<file path=customXml/itemProps24.xml><?xml version="1.0" encoding="utf-8"?>
<ds:datastoreItem xmlns:ds="http://schemas.openxmlformats.org/officeDocument/2006/customXml" ds:itemID="{118DC9FA-6E7A-134A-A4CB-DB7E25529BCD}">
  <ds:schemaRefs/>
</ds:datastoreItem>
</file>

<file path=customXml/itemProps25.xml><?xml version="1.0" encoding="utf-8"?>
<ds:datastoreItem xmlns:ds="http://schemas.openxmlformats.org/officeDocument/2006/customXml" ds:itemID="{3B62FFE9-ED73-4F57-B7FD-1898883AC30C}">
  <ds:schemaRefs/>
</ds:datastoreItem>
</file>

<file path=customXml/itemProps26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27.xml><?xml version="1.0" encoding="utf-8"?>
<ds:datastoreItem xmlns:ds="http://schemas.openxmlformats.org/officeDocument/2006/customXml" ds:itemID="{74942575-2ABC-47D8-9C97-7AE8518FFE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9f7773-5b16-460b-be9a-e10be11b395c"/>
    <ds:schemaRef ds:uri="0e00d59e-b0d2-4e67-be34-67e465b0fb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674</Words>
  <Application>Microsoft Office PowerPoint</Application>
  <PresentationFormat>Custom</PresentationFormat>
  <Paragraphs>90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Courier New</vt:lpstr>
      <vt:lpstr>Arial</vt:lpstr>
      <vt:lpstr>wingdings</vt:lpstr>
      <vt:lpstr>Arial Unicode MS</vt:lpstr>
      <vt:lpstr>wingdings</vt:lpstr>
      <vt:lpstr>72</vt:lpstr>
      <vt:lpstr>Roboto</vt:lpstr>
      <vt:lpstr>72 Brand</vt:lpstr>
      <vt:lpstr>72 Brand Medium</vt:lpstr>
      <vt:lpstr>Symbol</vt:lpstr>
      <vt:lpstr>SAP Template 2023</vt:lpstr>
      <vt:lpstr>Agent doesn’t see assigned solution processes &amp; subsequent agent response is not helpful. </vt:lpstr>
      <vt:lpstr>Project</vt:lpstr>
      <vt:lpstr>Manage Scopes</vt:lpstr>
      <vt:lpstr>PowerPoint Presentation</vt:lpstr>
      <vt:lpstr>Solution processes</vt:lpstr>
      <vt:lpstr>PowerPoint Presentation</vt:lpstr>
      <vt:lpstr>Processes for testing</vt:lpstr>
      <vt:lpstr>Processes for Testing – BPMN diagram</vt:lpstr>
      <vt:lpstr>Solution Documentation Documents – Header information</vt:lpstr>
      <vt:lpstr>Solution Documentation Documents - Relations</vt:lpstr>
      <vt:lpstr>Requirement docs – header data</vt:lpstr>
      <vt:lpstr>Requirements doc - relations</vt:lpstr>
      <vt:lpstr>Requirements – related user stories</vt:lpstr>
      <vt:lpstr>PowerPoint Presentation</vt:lpstr>
      <vt:lpstr>Feature activation in CALM tenant:  1. Get Feature ID from Jarvis (look up by exact name) </vt:lpstr>
      <vt:lpstr>2. Request to activate AI feature in https://github.tools.sap/CALMBuild/cfg-ai-srv/issues/962 </vt:lpstr>
      <vt:lpstr>AI-assisted requriement generation https://help.sap.com/docs/cloud-alm/applicationhelp/ai-assisted-requirement-generation?q=requirement+generation </vt:lpstr>
      <vt:lpstr>Object creation (Automation)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Keller, Tobias</dc:creator>
  <cp:keywords>2023/16:9/white</cp:keywords>
  <dc:description/>
  <cp:lastModifiedBy>Keller, Tobias</cp:lastModifiedBy>
  <cp:revision>1</cp:revision>
  <dcterms:created xsi:type="dcterms:W3CDTF">2026-10-12T14:25:32Z</dcterms:created>
  <dcterms:modified xsi:type="dcterms:W3CDTF">2026-10-13T12:08:07Z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1101452479</vt:i4>
  </property>
  <property fmtid="{D5CDD505-2E9C-101B-9397-08002B2CF9AE}" pid="3" name="_NewReviewCycle">
    <vt:lpwstr/>
  </property>
  <property fmtid="{D5CDD505-2E9C-101B-9397-08002B2CF9AE}" pid="4" name="_EmailSubject">
    <vt:lpwstr>SAP - PPT Exploration (Updated)</vt:lpwstr>
  </property>
  <property fmtid="{D5CDD505-2E9C-101B-9397-08002B2CF9AE}" pid="5" name="_AuthorEmail">
    <vt:lpwstr>heidi.bitz@sap.com</vt:lpwstr>
  </property>
  <property fmtid="{D5CDD505-2E9C-101B-9397-08002B2CF9AE}" pid="6" name="_AuthorEmailDisplayName">
    <vt:lpwstr>Bitz, Heidi</vt:lpwstr>
  </property>
  <property fmtid="{D5CDD505-2E9C-101B-9397-08002B2CF9AE}" pid="7" name="_PreviousAdHocReviewCycleID">
    <vt:i4>1357826825</vt:i4>
  </property>
  <property fmtid="{D5CDD505-2E9C-101B-9397-08002B2CF9AE}" pid="8" name="ContentTypeId">
    <vt:lpwstr>0x010100AC4034B036C92A4A897F8A958DF51533</vt:lpwstr>
  </property>
  <property fmtid="{D5CDD505-2E9C-101B-9397-08002B2CF9AE}" pid="9" name="TemplafyTimeStamp">
    <vt:lpwstr>2023-10-17T07:10:10</vt:lpwstr>
  </property>
  <property fmtid="{D5CDD505-2E9C-101B-9397-08002B2CF9AE}" pid="10" name="TemplafyTenantId">
    <vt:lpwstr>sap</vt:lpwstr>
  </property>
  <property fmtid="{D5CDD505-2E9C-101B-9397-08002B2CF9AE}" pid="11" name="TemplafyTemplateId">
    <vt:lpwstr>743088030174412800</vt:lpwstr>
  </property>
  <property fmtid="{D5CDD505-2E9C-101B-9397-08002B2CF9AE}" pid="12" name="TemplafyUserProfileId">
    <vt:lpwstr>637653955260011855</vt:lpwstr>
  </property>
  <property fmtid="{D5CDD505-2E9C-101B-9397-08002B2CF9AE}" pid="13" name="TemplafyLanguageCode">
    <vt:lpwstr>en-US</vt:lpwstr>
  </property>
  <property fmtid="{D5CDD505-2E9C-101B-9397-08002B2CF9AE}" pid="14" name="TemplafyFromBlank">
    <vt:bool>false</vt:bool>
  </property>
</Properties>
</file>